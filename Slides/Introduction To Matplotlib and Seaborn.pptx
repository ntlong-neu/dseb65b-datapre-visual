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29"/>
  </p:notesMasterIdLst>
  <p:sldIdLst>
    <p:sldId id="258" r:id="rId3"/>
    <p:sldId id="263" r:id="rId4"/>
    <p:sldId id="405" r:id="rId5"/>
    <p:sldId id="365" r:id="rId6"/>
    <p:sldId id="367" r:id="rId7"/>
    <p:sldId id="369" r:id="rId8"/>
    <p:sldId id="359" r:id="rId9"/>
    <p:sldId id="406" r:id="rId10"/>
    <p:sldId id="404" r:id="rId11"/>
    <p:sldId id="407" r:id="rId12"/>
    <p:sldId id="389" r:id="rId13"/>
    <p:sldId id="390" r:id="rId14"/>
    <p:sldId id="408" r:id="rId15"/>
    <p:sldId id="409" r:id="rId16"/>
    <p:sldId id="388" r:id="rId17"/>
    <p:sldId id="410" r:id="rId18"/>
    <p:sldId id="411" r:id="rId19"/>
    <p:sldId id="393" r:id="rId20"/>
    <p:sldId id="394" r:id="rId21"/>
    <p:sldId id="396" r:id="rId22"/>
    <p:sldId id="397" r:id="rId23"/>
    <p:sldId id="398" r:id="rId24"/>
    <p:sldId id="399" r:id="rId25"/>
    <p:sldId id="400" r:id="rId26"/>
    <p:sldId id="401" r:id="rId27"/>
    <p:sldId id="40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Long" initials="NL" lastIdx="1" clrIdx="0">
    <p:extLst>
      <p:ext uri="{19B8F6BF-5375-455C-9EA6-DF929625EA0E}">
        <p15:presenceInfo xmlns:p15="http://schemas.microsoft.com/office/powerpoint/2012/main" userId="S::ntlong@neu.edu.vn::e4e93a65-ca82-41ec-92c8-0e4fdb0a72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66" autoAdjust="0"/>
    <p:restoredTop sz="94660"/>
  </p:normalViewPr>
  <p:slideViewPr>
    <p:cSldViewPr snapToGrid="0">
      <p:cViewPr varScale="1">
        <p:scale>
          <a:sx n="59" d="100"/>
          <a:sy n="59" d="100"/>
        </p:scale>
        <p:origin x="1168" y="5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Tuan. Long" userId="e4e93a65-ca82-41ec-92c8-0e4fdb0a72ae" providerId="ADAL" clId="{578D3F1A-9A01-4DC1-8012-F32444C4B0E9}"/>
    <pc:docChg chg="modSld">
      <pc:chgData name="Nguyen Tuan. Long" userId="e4e93a65-ca82-41ec-92c8-0e4fdb0a72ae" providerId="ADAL" clId="{578D3F1A-9A01-4DC1-8012-F32444C4B0E9}" dt="2024-04-05T02:36:52.014" v="2" actId="1036"/>
      <pc:docMkLst>
        <pc:docMk/>
      </pc:docMkLst>
      <pc:sldChg chg="modSp mod">
        <pc:chgData name="Nguyen Tuan. Long" userId="e4e93a65-ca82-41ec-92c8-0e4fdb0a72ae" providerId="ADAL" clId="{578D3F1A-9A01-4DC1-8012-F32444C4B0E9}" dt="2024-04-05T02:36:52.014" v="2" actId="1036"/>
        <pc:sldMkLst>
          <pc:docMk/>
          <pc:sldMk cId="3307831650" sldId="404"/>
        </pc:sldMkLst>
      </pc:sldChg>
    </pc:docChg>
  </pc:docChgLst>
  <pc:docChgLst>
    <pc:chgData name="Nguyen Tuan. Long" userId="e4e93a65-ca82-41ec-92c8-0e4fdb0a72ae" providerId="ADAL" clId="{3D314451-7A8A-4328-9108-0F369995181F}"/>
    <pc:docChg chg="modSld">
      <pc:chgData name="Nguyen Tuan. Long" userId="e4e93a65-ca82-41ec-92c8-0e4fdb0a72ae" providerId="ADAL" clId="{3D314451-7A8A-4328-9108-0F369995181F}" dt="2025-10-03T13:19:04.855" v="0" actId="1035"/>
      <pc:docMkLst>
        <pc:docMk/>
      </pc:docMkLst>
      <pc:sldChg chg="modSp mod">
        <pc:chgData name="Nguyen Tuan. Long" userId="e4e93a65-ca82-41ec-92c8-0e4fdb0a72ae" providerId="ADAL" clId="{3D314451-7A8A-4328-9108-0F369995181F}" dt="2025-10-03T13:19:04.855" v="0" actId="1035"/>
        <pc:sldMkLst>
          <pc:docMk/>
          <pc:sldMk cId="3307831650" sldId="404"/>
        </pc:sldMkLst>
        <pc:picChg chg="mod">
          <ac:chgData name="Nguyen Tuan. Long" userId="e4e93a65-ca82-41ec-92c8-0e4fdb0a72ae" providerId="ADAL" clId="{3D314451-7A8A-4328-9108-0F369995181F}" dt="2025-10-03T13:19:04.855" v="0" actId="1035"/>
          <ac:picMkLst>
            <pc:docMk/>
            <pc:sldMk cId="3307831650" sldId="404"/>
            <ac:picMk id="6" creationId="{9E0A6B3D-16FF-4AB1-A62B-D4028EB1AFE3}"/>
          </ac:picMkLst>
        </pc:picChg>
      </pc:sldChg>
    </pc:docChg>
  </pc:docChgLst>
  <pc:docChgLst>
    <pc:chgData name="Nguyen Tuan. Long" userId="e4e93a65-ca82-41ec-92c8-0e4fdb0a72ae" providerId="ADAL" clId="{EFB78B99-6C07-4215-95AC-56A4769C843F}"/>
    <pc:docChg chg="undo custSel addSld delSld modSld sldOrd">
      <pc:chgData name="Nguyen Tuan. Long" userId="e4e93a65-ca82-41ec-92c8-0e4fdb0a72ae" providerId="ADAL" clId="{EFB78B99-6C07-4215-95AC-56A4769C843F}" dt="2024-08-23T07:09:26.704" v="1135" actId="1035"/>
      <pc:docMkLst>
        <pc:docMk/>
      </pc:docMkLst>
      <pc:sldChg chg="addSp modSp add mod modAnim">
        <pc:chgData name="Nguyen Tuan. Long" userId="e4e93a65-ca82-41ec-92c8-0e4fdb0a72ae" providerId="ADAL" clId="{EFB78B99-6C07-4215-95AC-56A4769C843F}" dt="2024-08-23T01:46:43.121" v="779"/>
        <pc:sldMkLst>
          <pc:docMk/>
          <pc:sldMk cId="2328533301" sldId="369"/>
        </pc:sldMkLst>
      </pc:sldChg>
      <pc:sldChg chg="addSp delSp modSp mod ord delAnim">
        <pc:chgData name="Nguyen Tuan. Long" userId="e4e93a65-ca82-41ec-92c8-0e4fdb0a72ae" providerId="ADAL" clId="{EFB78B99-6C07-4215-95AC-56A4769C843F}" dt="2024-08-23T02:00:51.769" v="1035" actId="1038"/>
        <pc:sldMkLst>
          <pc:docMk/>
          <pc:sldMk cId="1893878232" sldId="388"/>
        </pc:sldMkLst>
      </pc:sldChg>
      <pc:sldChg chg="addSp delSp modSp add del mod modAnim">
        <pc:chgData name="Nguyen Tuan. Long" userId="e4e93a65-ca82-41ec-92c8-0e4fdb0a72ae" providerId="ADAL" clId="{EFB78B99-6C07-4215-95AC-56A4769C843F}" dt="2024-08-23T01:29:39.257" v="493" actId="207"/>
        <pc:sldMkLst>
          <pc:docMk/>
          <pc:sldMk cId="716101987" sldId="389"/>
        </pc:sldMkLst>
      </pc:sldChg>
      <pc:sldChg chg="modSp add del mod">
        <pc:chgData name="Nguyen Tuan. Long" userId="e4e93a65-ca82-41ec-92c8-0e4fdb0a72ae" providerId="ADAL" clId="{EFB78B99-6C07-4215-95AC-56A4769C843F}" dt="2024-08-23T01:30:50.349" v="509" actId="1038"/>
        <pc:sldMkLst>
          <pc:docMk/>
          <pc:sldMk cId="2110055900" sldId="390"/>
        </pc:sldMkLst>
      </pc:sldChg>
      <pc:sldChg chg="modSp mod ord">
        <pc:chgData name="Nguyen Tuan. Long" userId="e4e93a65-ca82-41ec-92c8-0e4fdb0a72ae" providerId="ADAL" clId="{EFB78B99-6C07-4215-95AC-56A4769C843F}" dt="2024-08-23T07:09:26.704" v="1135" actId="1035"/>
        <pc:sldMkLst>
          <pc:docMk/>
          <pc:sldMk cId="3307831650" sldId="404"/>
        </pc:sldMkLst>
      </pc:sldChg>
      <pc:sldChg chg="modSp mod">
        <pc:chgData name="Nguyen Tuan. Long" userId="e4e93a65-ca82-41ec-92c8-0e4fdb0a72ae" providerId="ADAL" clId="{EFB78B99-6C07-4215-95AC-56A4769C843F}" dt="2024-08-23T00:43:35.201" v="54" actId="1037"/>
        <pc:sldMkLst>
          <pc:docMk/>
          <pc:sldMk cId="3904896699" sldId="406"/>
        </pc:sldMkLst>
      </pc:sldChg>
      <pc:sldChg chg="addSp delSp modSp add mod delAnim">
        <pc:chgData name="Nguyen Tuan. Long" userId="e4e93a65-ca82-41ec-92c8-0e4fdb0a72ae" providerId="ADAL" clId="{EFB78B99-6C07-4215-95AC-56A4769C843F}" dt="2024-08-23T01:44:11.891" v="684" actId="20577"/>
        <pc:sldMkLst>
          <pc:docMk/>
          <pc:sldMk cId="1323152573" sldId="407"/>
        </pc:sldMkLst>
      </pc:sldChg>
      <pc:sldChg chg="addSp delSp modSp add mod delAnim modAnim">
        <pc:chgData name="Nguyen Tuan. Long" userId="e4e93a65-ca82-41ec-92c8-0e4fdb0a72ae" providerId="ADAL" clId="{EFB78B99-6C07-4215-95AC-56A4769C843F}" dt="2024-08-23T01:54:26.028" v="873"/>
        <pc:sldMkLst>
          <pc:docMk/>
          <pc:sldMk cId="250885794" sldId="408"/>
        </pc:sldMkLst>
      </pc:sldChg>
      <pc:sldChg chg="addSp delSp modSp add mod">
        <pc:chgData name="Nguyen Tuan. Long" userId="e4e93a65-ca82-41ec-92c8-0e4fdb0a72ae" providerId="ADAL" clId="{EFB78B99-6C07-4215-95AC-56A4769C843F}" dt="2024-08-23T01:59:44.681" v="912" actId="1076"/>
        <pc:sldMkLst>
          <pc:docMk/>
          <pc:sldMk cId="1395594438" sldId="409"/>
        </pc:sldMkLst>
      </pc:sldChg>
      <pc:sldChg chg="addSp delSp modSp add mod ord modAnim">
        <pc:chgData name="Nguyen Tuan. Long" userId="e4e93a65-ca82-41ec-92c8-0e4fdb0a72ae" providerId="ADAL" clId="{EFB78B99-6C07-4215-95AC-56A4769C843F}" dt="2024-08-23T02:04:18.887" v="1083"/>
        <pc:sldMkLst>
          <pc:docMk/>
          <pc:sldMk cId="3067430687" sldId="410"/>
        </pc:sldMkLst>
      </pc:sldChg>
      <pc:sldChg chg="add del">
        <pc:chgData name="Nguyen Tuan. Long" userId="e4e93a65-ca82-41ec-92c8-0e4fdb0a72ae" providerId="ADAL" clId="{EFB78B99-6C07-4215-95AC-56A4769C843F}" dt="2024-08-23T01:56:31.556" v="876"/>
        <pc:sldMkLst>
          <pc:docMk/>
          <pc:sldMk cId="3899274670" sldId="410"/>
        </pc:sldMkLst>
      </pc:sldChg>
      <pc:sldChg chg="addSp delSp modSp add mod modAnim">
        <pc:chgData name="Nguyen Tuan. Long" userId="e4e93a65-ca82-41ec-92c8-0e4fdb0a72ae" providerId="ADAL" clId="{EFB78B99-6C07-4215-95AC-56A4769C843F}" dt="2024-08-23T02:09:33.490" v="1134" actId="1035"/>
        <pc:sldMkLst>
          <pc:docMk/>
          <pc:sldMk cId="1252233767" sldId="411"/>
        </pc:sldMkLst>
      </pc:sldChg>
    </pc:docChg>
  </pc:docChgLst>
  <pc:docChgLst>
    <pc:chgData name="Nguyen Long" userId="e4e93a65-ca82-41ec-92c8-0e4fdb0a72ae" providerId="ADAL" clId="{7C6E7590-D618-458E-9854-C6E9166A9079}"/>
    <pc:docChg chg="modSld">
      <pc:chgData name="Nguyen Long" userId="e4e93a65-ca82-41ec-92c8-0e4fdb0a72ae" providerId="ADAL" clId="{7C6E7590-D618-458E-9854-C6E9166A9079}" dt="2021-12-21T06:56:19.891" v="1" actId="20577"/>
      <pc:docMkLst>
        <pc:docMk/>
      </pc:docMkLst>
      <pc:sldChg chg="modSp mod">
        <pc:chgData name="Nguyen Long" userId="e4e93a65-ca82-41ec-92c8-0e4fdb0a72ae" providerId="ADAL" clId="{7C6E7590-D618-458E-9854-C6E9166A9079}" dt="2021-12-21T06:56:19.891" v="1" actId="20577"/>
        <pc:sldMkLst>
          <pc:docMk/>
          <pc:sldMk cId="476102394" sldId="402"/>
        </pc:sldMkLst>
      </pc:sldChg>
    </pc:docChg>
  </pc:docChgLst>
  <pc:docChgLst>
    <pc:chgData name="Nguyen Long" userId="e4e93a65-ca82-41ec-92c8-0e4fdb0a72ae" providerId="ADAL" clId="{22B60BA3-B4C4-4BA8-BC08-4F202C1A6289}"/>
    <pc:docChg chg="undo custSel addSld delSld modSld">
      <pc:chgData name="Nguyen Long" userId="e4e93a65-ca82-41ec-92c8-0e4fdb0a72ae" providerId="ADAL" clId="{22B60BA3-B4C4-4BA8-BC08-4F202C1A6289}" dt="2021-11-15T06:24:56.472" v="551"/>
      <pc:docMkLst>
        <pc:docMk/>
      </pc:docMkLst>
      <pc:sldChg chg="addSp modSp mod addAnim delAnim modAnim">
        <pc:chgData name="Nguyen Long" userId="e4e93a65-ca82-41ec-92c8-0e4fdb0a72ae" providerId="ADAL" clId="{22B60BA3-B4C4-4BA8-BC08-4F202C1A6289}" dt="2021-11-15T06:02:28.137" v="466" actId="1076"/>
        <pc:sldMkLst>
          <pc:docMk/>
          <pc:sldMk cId="2848987940" sldId="263"/>
        </pc:sldMkLst>
      </pc:sldChg>
      <pc:sldChg chg="delSp modSp del mod delAnim">
        <pc:chgData name="Nguyen Long" userId="e4e93a65-ca82-41ec-92c8-0e4fdb0a72ae" providerId="ADAL" clId="{22B60BA3-B4C4-4BA8-BC08-4F202C1A6289}" dt="2021-11-15T04:16:55.541" v="168" actId="2696"/>
        <pc:sldMkLst>
          <pc:docMk/>
          <pc:sldMk cId="171934419" sldId="358"/>
        </pc:sldMkLst>
      </pc:sldChg>
      <pc:sldChg chg="addSp delSp modSp mod delAnim modAnim">
        <pc:chgData name="Nguyen Long" userId="e4e93a65-ca82-41ec-92c8-0e4fdb0a72ae" providerId="ADAL" clId="{22B60BA3-B4C4-4BA8-BC08-4F202C1A6289}" dt="2021-11-15T04:15:34.577" v="166" actId="1076"/>
        <pc:sldMkLst>
          <pc:docMk/>
          <pc:sldMk cId="969364702" sldId="367"/>
        </pc:sldMkLst>
      </pc:sldChg>
      <pc:sldChg chg="addSp delSp modSp mod delAnim">
        <pc:chgData name="Nguyen Long" userId="e4e93a65-ca82-41ec-92c8-0e4fdb0a72ae" providerId="ADAL" clId="{22B60BA3-B4C4-4BA8-BC08-4F202C1A6289}" dt="2021-11-15T04:10:35.751" v="156" actId="478"/>
        <pc:sldMkLst>
          <pc:docMk/>
          <pc:sldMk cId="4142691218" sldId="368"/>
        </pc:sldMkLst>
      </pc:sldChg>
      <pc:sldChg chg="del">
        <pc:chgData name="Nguyen Long" userId="e4e93a65-ca82-41ec-92c8-0e4fdb0a72ae" providerId="ADAL" clId="{22B60BA3-B4C4-4BA8-BC08-4F202C1A6289}" dt="2021-11-15T04:17:00.851" v="169" actId="2696"/>
        <pc:sldMkLst>
          <pc:docMk/>
          <pc:sldMk cId="3047411682" sldId="370"/>
        </pc:sldMkLst>
      </pc:sldChg>
      <pc:sldChg chg="del">
        <pc:chgData name="Nguyen Long" userId="e4e93a65-ca82-41ec-92c8-0e4fdb0a72ae" providerId="ADAL" clId="{22B60BA3-B4C4-4BA8-BC08-4F202C1A6289}" dt="2021-11-15T04:22:34.207" v="170" actId="2696"/>
        <pc:sldMkLst>
          <pc:docMk/>
          <pc:sldMk cId="3442818692" sldId="383"/>
        </pc:sldMkLst>
      </pc:sldChg>
      <pc:sldChg chg="del">
        <pc:chgData name="Nguyen Long" userId="e4e93a65-ca82-41ec-92c8-0e4fdb0a72ae" providerId="ADAL" clId="{22B60BA3-B4C4-4BA8-BC08-4F202C1A6289}" dt="2021-11-15T04:22:40.414" v="171" actId="2696"/>
        <pc:sldMkLst>
          <pc:docMk/>
          <pc:sldMk cId="77622732" sldId="384"/>
        </pc:sldMkLst>
      </pc:sldChg>
      <pc:sldChg chg="addSp delSp modSp mod">
        <pc:chgData name="Nguyen Long" userId="e4e93a65-ca82-41ec-92c8-0e4fdb0a72ae" providerId="ADAL" clId="{22B60BA3-B4C4-4BA8-BC08-4F202C1A6289}" dt="2021-11-15T04:27:24.731" v="184" actId="1076"/>
        <pc:sldMkLst>
          <pc:docMk/>
          <pc:sldMk cId="2784464266" sldId="385"/>
        </pc:sldMkLst>
      </pc:sldChg>
      <pc:sldChg chg="addSp delSp modSp mod">
        <pc:chgData name="Nguyen Long" userId="e4e93a65-ca82-41ec-92c8-0e4fdb0a72ae" providerId="ADAL" clId="{22B60BA3-B4C4-4BA8-BC08-4F202C1A6289}" dt="2021-11-15T05:07:54.919" v="225" actId="1076"/>
        <pc:sldMkLst>
          <pc:docMk/>
          <pc:sldMk cId="716101987" sldId="389"/>
        </pc:sldMkLst>
      </pc:sldChg>
      <pc:sldChg chg="addSp delSp modSp mod">
        <pc:chgData name="Nguyen Long" userId="e4e93a65-ca82-41ec-92c8-0e4fdb0a72ae" providerId="ADAL" clId="{22B60BA3-B4C4-4BA8-BC08-4F202C1A6289}" dt="2021-11-15T05:07:40.687" v="224" actId="1076"/>
        <pc:sldMkLst>
          <pc:docMk/>
          <pc:sldMk cId="2110055900" sldId="390"/>
        </pc:sldMkLst>
      </pc:sldChg>
      <pc:sldChg chg="del">
        <pc:chgData name="Nguyen Long" userId="e4e93a65-ca82-41ec-92c8-0e4fdb0a72ae" providerId="ADAL" clId="{22B60BA3-B4C4-4BA8-BC08-4F202C1A6289}" dt="2021-11-15T04:28:55.408" v="185" actId="2696"/>
        <pc:sldMkLst>
          <pc:docMk/>
          <pc:sldMk cId="69097395" sldId="391"/>
        </pc:sldMkLst>
      </pc:sldChg>
      <pc:sldChg chg="del">
        <pc:chgData name="Nguyen Long" userId="e4e93a65-ca82-41ec-92c8-0e4fdb0a72ae" providerId="ADAL" clId="{22B60BA3-B4C4-4BA8-BC08-4F202C1A6289}" dt="2021-11-15T04:28:58.564" v="186" actId="2696"/>
        <pc:sldMkLst>
          <pc:docMk/>
          <pc:sldMk cId="3657000970" sldId="392"/>
        </pc:sldMkLst>
      </pc:sldChg>
      <pc:sldChg chg="modSp mod">
        <pc:chgData name="Nguyen Long" userId="e4e93a65-ca82-41ec-92c8-0e4fdb0a72ae" providerId="ADAL" clId="{22B60BA3-B4C4-4BA8-BC08-4F202C1A6289}" dt="2021-11-15T05:19:08.354" v="284" actId="20577"/>
        <pc:sldMkLst>
          <pc:docMk/>
          <pc:sldMk cId="465500569" sldId="393"/>
        </pc:sldMkLst>
      </pc:sldChg>
      <pc:sldChg chg="addSp delSp modSp mod delAnim">
        <pc:chgData name="Nguyen Long" userId="e4e93a65-ca82-41ec-92c8-0e4fdb0a72ae" providerId="ADAL" clId="{22B60BA3-B4C4-4BA8-BC08-4F202C1A6289}" dt="2021-11-15T05:40:08.203" v="349" actId="14100"/>
        <pc:sldMkLst>
          <pc:docMk/>
          <pc:sldMk cId="3676056635" sldId="394"/>
        </pc:sldMkLst>
      </pc:sldChg>
      <pc:sldChg chg="delSp del mod delAnim">
        <pc:chgData name="Nguyen Long" userId="e4e93a65-ca82-41ec-92c8-0e4fdb0a72ae" providerId="ADAL" clId="{22B60BA3-B4C4-4BA8-BC08-4F202C1A6289}" dt="2021-11-15T05:43:10.070" v="361" actId="2696"/>
        <pc:sldMkLst>
          <pc:docMk/>
          <pc:sldMk cId="2411615755" sldId="395"/>
        </pc:sldMkLst>
      </pc:sldChg>
      <pc:sldChg chg="addSp delSp modSp mod delAnim">
        <pc:chgData name="Nguyen Long" userId="e4e93a65-ca82-41ec-92c8-0e4fdb0a72ae" providerId="ADAL" clId="{22B60BA3-B4C4-4BA8-BC08-4F202C1A6289}" dt="2021-11-15T05:47:30.765" v="378" actId="1076"/>
        <pc:sldMkLst>
          <pc:docMk/>
          <pc:sldMk cId="148865943" sldId="396"/>
        </pc:sldMkLst>
      </pc:sldChg>
      <pc:sldChg chg="addSp delSp modSp mod">
        <pc:chgData name="Nguyen Long" userId="e4e93a65-ca82-41ec-92c8-0e4fdb0a72ae" providerId="ADAL" clId="{22B60BA3-B4C4-4BA8-BC08-4F202C1A6289}" dt="2021-11-15T05:53:09.548" v="412" actId="1076"/>
        <pc:sldMkLst>
          <pc:docMk/>
          <pc:sldMk cId="2004793264" sldId="397"/>
        </pc:sldMkLst>
      </pc:sldChg>
      <pc:sldChg chg="addSp modSp mod">
        <pc:chgData name="Nguyen Long" userId="e4e93a65-ca82-41ec-92c8-0e4fdb0a72ae" providerId="ADAL" clId="{22B60BA3-B4C4-4BA8-BC08-4F202C1A6289}" dt="2021-11-15T05:58:40.382" v="428" actId="1076"/>
        <pc:sldMkLst>
          <pc:docMk/>
          <pc:sldMk cId="2763272685" sldId="399"/>
        </pc:sldMkLst>
      </pc:sldChg>
      <pc:sldChg chg="modSp mod">
        <pc:chgData name="Nguyen Long" userId="e4e93a65-ca82-41ec-92c8-0e4fdb0a72ae" providerId="ADAL" clId="{22B60BA3-B4C4-4BA8-BC08-4F202C1A6289}" dt="2021-11-15T05:55:46.732" v="421" actId="20577"/>
        <pc:sldMkLst>
          <pc:docMk/>
          <pc:sldMk cId="1862524923" sldId="400"/>
        </pc:sldMkLst>
      </pc:sldChg>
      <pc:sldChg chg="modSp mod">
        <pc:chgData name="Nguyen Long" userId="e4e93a65-ca82-41ec-92c8-0e4fdb0a72ae" providerId="ADAL" clId="{22B60BA3-B4C4-4BA8-BC08-4F202C1A6289}" dt="2021-11-15T05:59:12.811" v="430"/>
        <pc:sldMkLst>
          <pc:docMk/>
          <pc:sldMk cId="1135153784" sldId="401"/>
        </pc:sldMkLst>
      </pc:sldChg>
      <pc:sldChg chg="addSp delSp modSp mod">
        <pc:chgData name="Nguyen Long" userId="e4e93a65-ca82-41ec-92c8-0e4fdb0a72ae" providerId="ADAL" clId="{22B60BA3-B4C4-4BA8-BC08-4F202C1A6289}" dt="2021-11-15T06:08:44.338" v="534" actId="1076"/>
        <pc:sldMkLst>
          <pc:docMk/>
          <pc:sldMk cId="476102394" sldId="402"/>
        </pc:sldMkLst>
      </pc:sldChg>
      <pc:sldChg chg="addSp delSp modSp add mod">
        <pc:chgData name="Nguyen Long" userId="e4e93a65-ca82-41ec-92c8-0e4fdb0a72ae" providerId="ADAL" clId="{22B60BA3-B4C4-4BA8-BC08-4F202C1A6289}" dt="2021-11-15T04:38:30.786" v="209" actId="12"/>
        <pc:sldMkLst>
          <pc:docMk/>
          <pc:sldMk cId="2347691705" sldId="403"/>
        </pc:sldMkLst>
      </pc:sldChg>
      <pc:sldChg chg="new del">
        <pc:chgData name="Nguyen Long" userId="e4e93a65-ca82-41ec-92c8-0e4fdb0a72ae" providerId="ADAL" clId="{22B60BA3-B4C4-4BA8-BC08-4F202C1A6289}" dt="2021-11-15T05:09:56.662" v="250" actId="2696"/>
        <pc:sldMkLst>
          <pc:docMk/>
          <pc:sldMk cId="1869628775" sldId="404"/>
        </pc:sldMkLst>
      </pc:sldChg>
      <pc:sldChg chg="addSp delSp modSp new mod">
        <pc:chgData name="Nguyen Long" userId="e4e93a65-ca82-41ec-92c8-0e4fdb0a72ae" providerId="ADAL" clId="{22B60BA3-B4C4-4BA8-BC08-4F202C1A6289}" dt="2021-11-15T05:20:18.186" v="290" actId="732"/>
        <pc:sldMkLst>
          <pc:docMk/>
          <pc:sldMk cId="3307831650" sldId="404"/>
        </pc:sldMkLst>
      </pc:sldChg>
      <pc:sldChg chg="addSp delSp modSp new mod modAnim">
        <pc:chgData name="Nguyen Long" userId="e4e93a65-ca82-41ec-92c8-0e4fdb0a72ae" providerId="ADAL" clId="{22B60BA3-B4C4-4BA8-BC08-4F202C1A6289}" dt="2021-11-15T06:24:56.472" v="551"/>
        <pc:sldMkLst>
          <pc:docMk/>
          <pc:sldMk cId="118883308" sldId="405"/>
        </pc:sldMkLst>
      </pc:sldChg>
    </pc:docChg>
  </pc:docChgLst>
  <pc:docChgLst>
    <pc:chgData name="Nguyen Tuan. Long" userId="e4e93a65-ca82-41ec-92c8-0e4fdb0a72ae" providerId="ADAL" clId="{FBB9B229-59E1-4E4B-B12D-9C0D4FDCADA1}"/>
    <pc:docChg chg="custSel addSld delSld modSld">
      <pc:chgData name="Nguyen Tuan. Long" userId="e4e93a65-ca82-41ec-92c8-0e4fdb0a72ae" providerId="ADAL" clId="{FBB9B229-59E1-4E4B-B12D-9C0D4FDCADA1}" dt="2024-04-04T08:54:34.091" v="58" actId="20577"/>
      <pc:docMkLst>
        <pc:docMk/>
      </pc:docMkLst>
      <pc:sldChg chg="addSp modSp mod">
        <pc:chgData name="Nguyen Tuan. Long" userId="e4e93a65-ca82-41ec-92c8-0e4fdb0a72ae" providerId="ADAL" clId="{FBB9B229-59E1-4E4B-B12D-9C0D4FDCADA1}" dt="2024-04-04T08:36:04.259" v="41" actId="20577"/>
        <pc:sldMkLst>
          <pc:docMk/>
          <pc:sldMk cId="1829236185" sldId="258"/>
        </pc:sldMkLst>
      </pc:sldChg>
      <pc:sldChg chg="modSp mod modAnim">
        <pc:chgData name="Nguyen Tuan. Long" userId="e4e93a65-ca82-41ec-92c8-0e4fdb0a72ae" providerId="ADAL" clId="{FBB9B229-59E1-4E4B-B12D-9C0D4FDCADA1}" dt="2024-04-04T08:40:55.220" v="55"/>
        <pc:sldMkLst>
          <pc:docMk/>
          <pc:sldMk cId="2848987940" sldId="263"/>
        </pc:sldMkLst>
      </pc:sldChg>
      <pc:sldChg chg="del">
        <pc:chgData name="Nguyen Tuan. Long" userId="e4e93a65-ca82-41ec-92c8-0e4fdb0a72ae" providerId="ADAL" clId="{FBB9B229-59E1-4E4B-B12D-9C0D4FDCADA1}" dt="2024-04-04T08:38:52.117" v="53" actId="2696"/>
        <pc:sldMkLst>
          <pc:docMk/>
          <pc:sldMk cId="1531333270" sldId="359"/>
        </pc:sldMkLst>
      </pc:sldChg>
      <pc:sldChg chg="add">
        <pc:chgData name="Nguyen Tuan. Long" userId="e4e93a65-ca82-41ec-92c8-0e4fdb0a72ae" providerId="ADAL" clId="{FBB9B229-59E1-4E4B-B12D-9C0D4FDCADA1}" dt="2024-04-04T08:39:00.686" v="54"/>
        <pc:sldMkLst>
          <pc:docMk/>
          <pc:sldMk cId="3723040280" sldId="359"/>
        </pc:sldMkLst>
      </pc:sldChg>
      <pc:sldChg chg="modSp mod">
        <pc:chgData name="Nguyen Tuan. Long" userId="e4e93a65-ca82-41ec-92c8-0e4fdb0a72ae" providerId="ADAL" clId="{FBB9B229-59E1-4E4B-B12D-9C0D4FDCADA1}" dt="2024-04-04T08:37:36.387" v="47" actId="20577"/>
        <pc:sldMkLst>
          <pc:docMk/>
          <pc:sldMk cId="3312056324" sldId="365"/>
        </pc:sldMkLst>
      </pc:sldChg>
      <pc:sldChg chg="modSp mod">
        <pc:chgData name="Nguyen Tuan. Long" userId="e4e93a65-ca82-41ec-92c8-0e4fdb0a72ae" providerId="ADAL" clId="{FBB9B229-59E1-4E4B-B12D-9C0D4FDCADA1}" dt="2024-04-04T08:37:44.554" v="50" actId="20577"/>
        <pc:sldMkLst>
          <pc:docMk/>
          <pc:sldMk cId="969364702" sldId="367"/>
        </pc:sldMkLst>
      </pc:sldChg>
      <pc:sldChg chg="modSp mod">
        <pc:chgData name="Nguyen Tuan. Long" userId="e4e93a65-ca82-41ec-92c8-0e4fdb0a72ae" providerId="ADAL" clId="{FBB9B229-59E1-4E4B-B12D-9C0D4FDCADA1}" dt="2024-04-04T08:37:52.036" v="51"/>
        <pc:sldMkLst>
          <pc:docMk/>
          <pc:sldMk cId="4142691218" sldId="368"/>
        </pc:sldMkLst>
      </pc:sldChg>
      <pc:sldChg chg="modSp mod">
        <pc:chgData name="Nguyen Tuan. Long" userId="e4e93a65-ca82-41ec-92c8-0e4fdb0a72ae" providerId="ADAL" clId="{FBB9B229-59E1-4E4B-B12D-9C0D4FDCADA1}" dt="2024-04-04T08:37:56.833" v="52"/>
        <pc:sldMkLst>
          <pc:docMk/>
          <pc:sldMk cId="2328533301" sldId="369"/>
        </pc:sldMkLst>
      </pc:sldChg>
      <pc:sldChg chg="modSp mod">
        <pc:chgData name="Nguyen Tuan. Long" userId="e4e93a65-ca82-41ec-92c8-0e4fdb0a72ae" providerId="ADAL" clId="{FBB9B229-59E1-4E4B-B12D-9C0D4FDCADA1}" dt="2024-04-04T08:54:34.091" v="58" actId="20577"/>
        <pc:sldMkLst>
          <pc:docMk/>
          <pc:sldMk cId="465500569" sldId="393"/>
        </pc:sldMkLst>
      </pc:sldChg>
    </pc:docChg>
  </pc:docChgLst>
  <pc:docChgLst>
    <pc:chgData name="Nguyen Tuan. Long" userId="e4e93a65-ca82-41ec-92c8-0e4fdb0a72ae" providerId="ADAL" clId="{55786311-DE98-41BA-8D69-DB1972752173}"/>
    <pc:docChg chg="modSld">
      <pc:chgData name="Nguyen Tuan. Long" userId="e4e93a65-ca82-41ec-92c8-0e4fdb0a72ae" providerId="ADAL" clId="{55786311-DE98-41BA-8D69-DB1972752173}" dt="2025-04-03T06:20:10.074" v="1" actId="20577"/>
      <pc:docMkLst>
        <pc:docMk/>
      </pc:docMkLst>
      <pc:sldChg chg="modSp">
        <pc:chgData name="Nguyen Tuan. Long" userId="e4e93a65-ca82-41ec-92c8-0e4fdb0a72ae" providerId="ADAL" clId="{55786311-DE98-41BA-8D69-DB1972752173}" dt="2025-04-03T06:20:10.074" v="1" actId="20577"/>
        <pc:sldMkLst>
          <pc:docMk/>
          <pc:sldMk cId="2328533301" sldId="369"/>
        </pc:sldMkLst>
      </pc:sldChg>
      <pc:sldChg chg="modSp mod">
        <pc:chgData name="Nguyen Tuan. Long" userId="e4e93a65-ca82-41ec-92c8-0e4fdb0a72ae" providerId="ADAL" clId="{55786311-DE98-41BA-8D69-DB1972752173}" dt="2025-03-26T15:05:19.247" v="0" actId="20577"/>
        <pc:sldMkLst>
          <pc:docMk/>
          <pc:sldMk cId="250885794" sldId="408"/>
        </pc:sldMkLst>
      </pc:sldChg>
    </pc:docChg>
  </pc:docChgLst>
  <pc:docChgLst>
    <pc:chgData name="Nguyen Tuan. Long" userId="e4e93a65-ca82-41ec-92c8-0e4fdb0a72ae" providerId="ADAL" clId="{C8247792-FAF0-4044-B069-DFDB01B49BFD}"/>
    <pc:docChg chg="undo custSel addSld delSld modSld sldOrd">
      <pc:chgData name="Nguyen Tuan. Long" userId="e4e93a65-ca82-41ec-92c8-0e4fdb0a72ae" providerId="ADAL" clId="{C8247792-FAF0-4044-B069-DFDB01B49BFD}" dt="2024-08-04T15:55:17.609" v="534" actId="14100"/>
      <pc:docMkLst>
        <pc:docMk/>
      </pc:docMkLst>
      <pc:sldChg chg="delSp modSp mod delAnim">
        <pc:chgData name="Nguyen Tuan. Long" userId="e4e93a65-ca82-41ec-92c8-0e4fdb0a72ae" providerId="ADAL" clId="{C8247792-FAF0-4044-B069-DFDB01B49BFD}" dt="2024-08-04T15:35:57.439" v="192" actId="1076"/>
        <pc:sldMkLst>
          <pc:docMk/>
          <pc:sldMk cId="2848987940" sldId="263"/>
        </pc:sldMkLst>
      </pc:sldChg>
      <pc:sldChg chg="addSp delSp modSp mod ord modAnim">
        <pc:chgData name="Nguyen Tuan. Long" userId="e4e93a65-ca82-41ec-92c8-0e4fdb0a72ae" providerId="ADAL" clId="{C8247792-FAF0-4044-B069-DFDB01B49BFD}" dt="2024-08-04T15:55:17.609" v="534" actId="14100"/>
        <pc:sldMkLst>
          <pc:docMk/>
          <pc:sldMk cId="3723040280" sldId="359"/>
        </pc:sldMkLst>
      </pc:sldChg>
      <pc:sldChg chg="modSp mod">
        <pc:chgData name="Nguyen Tuan. Long" userId="e4e93a65-ca82-41ec-92c8-0e4fdb0a72ae" providerId="ADAL" clId="{C8247792-FAF0-4044-B069-DFDB01B49BFD}" dt="2024-08-04T14:20:44.551" v="14" actId="1076"/>
        <pc:sldMkLst>
          <pc:docMk/>
          <pc:sldMk cId="3312056324" sldId="365"/>
        </pc:sldMkLst>
      </pc:sldChg>
      <pc:sldChg chg="ord">
        <pc:chgData name="Nguyen Tuan. Long" userId="e4e93a65-ca82-41ec-92c8-0e4fdb0a72ae" providerId="ADAL" clId="{C8247792-FAF0-4044-B069-DFDB01B49BFD}" dt="2024-08-04T15:49:34.884" v="513"/>
        <pc:sldMkLst>
          <pc:docMk/>
          <pc:sldMk cId="969364702" sldId="367"/>
        </pc:sldMkLst>
      </pc:sldChg>
      <pc:sldChg chg="del">
        <pc:chgData name="Nguyen Tuan. Long" userId="e4e93a65-ca82-41ec-92c8-0e4fdb0a72ae" providerId="ADAL" clId="{C8247792-FAF0-4044-B069-DFDB01B49BFD}" dt="2024-08-04T15:20:46.392" v="175" actId="2696"/>
        <pc:sldMkLst>
          <pc:docMk/>
          <pc:sldMk cId="4142691218" sldId="368"/>
        </pc:sldMkLst>
      </pc:sldChg>
      <pc:sldChg chg="del">
        <pc:chgData name="Nguyen Tuan. Long" userId="e4e93a65-ca82-41ec-92c8-0e4fdb0a72ae" providerId="ADAL" clId="{C8247792-FAF0-4044-B069-DFDB01B49BFD}" dt="2024-08-04T15:20:49.990" v="176" actId="2696"/>
        <pc:sldMkLst>
          <pc:docMk/>
          <pc:sldMk cId="2328533301" sldId="369"/>
        </pc:sldMkLst>
      </pc:sldChg>
      <pc:sldChg chg="del">
        <pc:chgData name="Nguyen Tuan. Long" userId="e4e93a65-ca82-41ec-92c8-0e4fdb0a72ae" providerId="ADAL" clId="{C8247792-FAF0-4044-B069-DFDB01B49BFD}" dt="2024-08-04T15:21:00.240" v="178" actId="2696"/>
        <pc:sldMkLst>
          <pc:docMk/>
          <pc:sldMk cId="1393779024" sldId="371"/>
        </pc:sldMkLst>
      </pc:sldChg>
      <pc:sldChg chg="del">
        <pc:chgData name="Nguyen Tuan. Long" userId="e4e93a65-ca82-41ec-92c8-0e4fdb0a72ae" providerId="ADAL" clId="{C8247792-FAF0-4044-B069-DFDB01B49BFD}" dt="2024-08-04T15:20:56.451" v="177" actId="2696"/>
        <pc:sldMkLst>
          <pc:docMk/>
          <pc:sldMk cId="317633340" sldId="372"/>
        </pc:sldMkLst>
      </pc:sldChg>
      <pc:sldChg chg="del">
        <pc:chgData name="Nguyen Tuan. Long" userId="e4e93a65-ca82-41ec-92c8-0e4fdb0a72ae" providerId="ADAL" clId="{C8247792-FAF0-4044-B069-DFDB01B49BFD}" dt="2024-08-04T15:21:05.014" v="179" actId="2696"/>
        <pc:sldMkLst>
          <pc:docMk/>
          <pc:sldMk cId="1855049809" sldId="376"/>
        </pc:sldMkLst>
      </pc:sldChg>
      <pc:sldChg chg="delSp del mod delAnim">
        <pc:chgData name="Nguyen Tuan. Long" userId="e4e93a65-ca82-41ec-92c8-0e4fdb0a72ae" providerId="ADAL" clId="{C8247792-FAF0-4044-B069-DFDB01B49BFD}" dt="2024-08-04T15:23:11.846" v="184" actId="2696"/>
        <pc:sldMkLst>
          <pc:docMk/>
          <pc:sldMk cId="5351560" sldId="377"/>
        </pc:sldMkLst>
      </pc:sldChg>
      <pc:sldChg chg="del">
        <pc:chgData name="Nguyen Tuan. Long" userId="e4e93a65-ca82-41ec-92c8-0e4fdb0a72ae" providerId="ADAL" clId="{C8247792-FAF0-4044-B069-DFDB01B49BFD}" dt="2024-08-04T15:22:23.688" v="183" actId="2696"/>
        <pc:sldMkLst>
          <pc:docMk/>
          <pc:sldMk cId="1104288302" sldId="378"/>
        </pc:sldMkLst>
      </pc:sldChg>
      <pc:sldChg chg="del">
        <pc:chgData name="Nguyen Tuan. Long" userId="e4e93a65-ca82-41ec-92c8-0e4fdb0a72ae" providerId="ADAL" clId="{C8247792-FAF0-4044-B069-DFDB01B49BFD}" dt="2024-08-04T15:22:09.653" v="181" actId="2696"/>
        <pc:sldMkLst>
          <pc:docMk/>
          <pc:sldMk cId="3296066985" sldId="379"/>
        </pc:sldMkLst>
      </pc:sldChg>
      <pc:sldChg chg="del">
        <pc:chgData name="Nguyen Tuan. Long" userId="e4e93a65-ca82-41ec-92c8-0e4fdb0a72ae" providerId="ADAL" clId="{C8247792-FAF0-4044-B069-DFDB01B49BFD}" dt="2024-08-04T15:22:18.198" v="182" actId="2696"/>
        <pc:sldMkLst>
          <pc:docMk/>
          <pc:sldMk cId="1283199386" sldId="380"/>
        </pc:sldMkLst>
      </pc:sldChg>
      <pc:sldChg chg="del">
        <pc:chgData name="Nguyen Tuan. Long" userId="e4e93a65-ca82-41ec-92c8-0e4fdb0a72ae" providerId="ADAL" clId="{C8247792-FAF0-4044-B069-DFDB01B49BFD}" dt="2024-08-04T15:23:11.846" v="184" actId="2696"/>
        <pc:sldMkLst>
          <pc:docMk/>
          <pc:sldMk cId="2137972853" sldId="381"/>
        </pc:sldMkLst>
      </pc:sldChg>
      <pc:sldChg chg="del">
        <pc:chgData name="Nguyen Tuan. Long" userId="e4e93a65-ca82-41ec-92c8-0e4fdb0a72ae" providerId="ADAL" clId="{C8247792-FAF0-4044-B069-DFDB01B49BFD}" dt="2024-08-04T15:23:11.846" v="184" actId="2696"/>
        <pc:sldMkLst>
          <pc:docMk/>
          <pc:sldMk cId="3316934692" sldId="382"/>
        </pc:sldMkLst>
      </pc:sldChg>
      <pc:sldChg chg="del">
        <pc:chgData name="Nguyen Tuan. Long" userId="e4e93a65-ca82-41ec-92c8-0e4fdb0a72ae" providerId="ADAL" clId="{C8247792-FAF0-4044-B069-DFDB01B49BFD}" dt="2024-08-04T15:23:11.846" v="184" actId="2696"/>
        <pc:sldMkLst>
          <pc:docMk/>
          <pc:sldMk cId="2784464266" sldId="385"/>
        </pc:sldMkLst>
      </pc:sldChg>
      <pc:sldChg chg="del">
        <pc:chgData name="Nguyen Tuan. Long" userId="e4e93a65-ca82-41ec-92c8-0e4fdb0a72ae" providerId="ADAL" clId="{C8247792-FAF0-4044-B069-DFDB01B49BFD}" dt="2024-08-04T15:23:11.846" v="184" actId="2696"/>
        <pc:sldMkLst>
          <pc:docMk/>
          <pc:sldMk cId="191893947" sldId="386"/>
        </pc:sldMkLst>
      </pc:sldChg>
      <pc:sldChg chg="del">
        <pc:chgData name="Nguyen Tuan. Long" userId="e4e93a65-ca82-41ec-92c8-0e4fdb0a72ae" providerId="ADAL" clId="{C8247792-FAF0-4044-B069-DFDB01B49BFD}" dt="2024-08-04T15:23:11.846" v="184" actId="2696"/>
        <pc:sldMkLst>
          <pc:docMk/>
          <pc:sldMk cId="2347691705" sldId="403"/>
        </pc:sldMkLst>
      </pc:sldChg>
      <pc:sldChg chg="addSp delSp modSp mod modAnim">
        <pc:chgData name="Nguyen Tuan. Long" userId="e4e93a65-ca82-41ec-92c8-0e4fdb0a72ae" providerId="ADAL" clId="{C8247792-FAF0-4044-B069-DFDB01B49BFD}" dt="2024-08-01T14:51:18.322" v="8"/>
        <pc:sldMkLst>
          <pc:docMk/>
          <pc:sldMk cId="118883308" sldId="405"/>
        </pc:sldMkLst>
      </pc:sldChg>
      <pc:sldChg chg="addSp delSp modSp new mod">
        <pc:chgData name="Nguyen Tuan. Long" userId="e4e93a65-ca82-41ec-92c8-0e4fdb0a72ae" providerId="ADAL" clId="{C8247792-FAF0-4044-B069-DFDB01B49BFD}" dt="2024-08-04T15:53:21.560" v="526" actId="1076"/>
        <pc:sldMkLst>
          <pc:docMk/>
          <pc:sldMk cId="3904896699" sldId="4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E37ED-FD3E-46A6-A3C0-BCBD559ED808}" type="datetimeFigureOut">
              <a:rPr lang="en-US" smtClean="0"/>
              <a:t>10/3/2025</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9B2CFD-1669-42BB-8668-7383553418F7}" type="slidenum">
              <a:rPr lang="en-US" smtClean="0"/>
              <a:t>‹#›</a:t>
            </a:fld>
            <a:endParaRPr lang="en-US"/>
          </a:p>
        </p:txBody>
      </p:sp>
    </p:spTree>
    <p:extLst>
      <p:ext uri="{BB962C8B-B14F-4D97-AF65-F5344CB8AC3E}">
        <p14:creationId xmlns:p14="http://schemas.microsoft.com/office/powerpoint/2010/main" val="107796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0F9B2CFD-1669-42BB-8668-7383553418F7}" type="slidenum">
              <a:rPr lang="en-US" smtClean="0"/>
              <a:t>1</a:t>
            </a:fld>
            <a:endParaRPr lang="en-US"/>
          </a:p>
        </p:txBody>
      </p:sp>
    </p:spTree>
    <p:extLst>
      <p:ext uri="{BB962C8B-B14F-4D97-AF65-F5344CB8AC3E}">
        <p14:creationId xmlns:p14="http://schemas.microsoft.com/office/powerpoint/2010/main" val="29185603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êu đề Bản chiếu">
    <p:spTree>
      <p:nvGrpSpPr>
        <p:cNvPr id="1" name=""/>
        <p:cNvGrpSpPr/>
        <p:nvPr/>
      </p:nvGrpSpPr>
      <p:grpSpPr>
        <a:xfrm>
          <a:off x="0" y="0"/>
          <a:ext cx="0" cy="0"/>
          <a:chOff x="0" y="0"/>
          <a:chExt cx="0" cy="0"/>
        </a:xfrm>
      </p:grpSpPr>
      <p:pic>
        <p:nvPicPr>
          <p:cNvPr id="7" name="Hình ảnh 6">
            <a:extLst>
              <a:ext uri="{FF2B5EF4-FFF2-40B4-BE49-F238E27FC236}">
                <a16:creationId xmlns:a16="http://schemas.microsoft.com/office/drawing/2014/main" id="{CE9B6451-C7BC-4987-95D2-17EFB473C291}"/>
              </a:ext>
            </a:extLst>
          </p:cNvPr>
          <p:cNvPicPr>
            <a:picLocks noChangeAspect="1"/>
          </p:cNvPicPr>
          <p:nvPr/>
        </p:nvPicPr>
        <p:blipFill>
          <a:blip r:embed="rId2"/>
          <a:stretch>
            <a:fillRect/>
          </a:stretch>
        </p:blipFill>
        <p:spPr>
          <a:xfrm>
            <a:off x="0" y="148"/>
            <a:ext cx="12191736" cy="6857852"/>
          </a:xfrm>
          <a:prstGeom prst="rect">
            <a:avLst/>
          </a:prstGeom>
        </p:spPr>
      </p:pic>
      <p:sp>
        <p:nvSpPr>
          <p:cNvPr id="2" name="Tiêu đề 1">
            <a:extLst>
              <a:ext uri="{FF2B5EF4-FFF2-40B4-BE49-F238E27FC236}">
                <a16:creationId xmlns:a16="http://schemas.microsoft.com/office/drawing/2014/main" id="{BF602ED1-46E7-461B-A452-6A972A6AD0F0}"/>
              </a:ext>
            </a:extLst>
          </p:cNvPr>
          <p:cNvSpPr>
            <a:spLocks noGrp="1"/>
          </p:cNvSpPr>
          <p:nvPr>
            <p:ph type="ctrTitle" hasCustomPrompt="1"/>
          </p:nvPr>
        </p:nvSpPr>
        <p:spPr>
          <a:xfrm>
            <a:off x="1523868" y="4791074"/>
            <a:ext cx="9144000" cy="1066801"/>
          </a:xfrm>
          <a:prstGeom prst="rect">
            <a:avLst/>
          </a:prstGeom>
          <a:noFill/>
          <a:ln>
            <a:noFill/>
          </a:ln>
        </p:spPr>
        <p:txBody>
          <a:bodyPr anchor="b"/>
          <a:lstStyle>
            <a:lvl1pPr algn="ctr">
              <a:defRPr sz="6000" b="1">
                <a:solidFill>
                  <a:srgbClr val="C00000"/>
                </a:solidFill>
                <a:latin typeface="+mn-lt"/>
              </a:defRPr>
            </a:lvl1pPr>
          </a:lstStyle>
          <a:p>
            <a:r>
              <a:rPr lang="en-US" dirty="0" err="1"/>
              <a:t>Chương</a:t>
            </a:r>
            <a:r>
              <a:rPr lang="en-US" dirty="0"/>
              <a:t> 1</a:t>
            </a:r>
          </a:p>
        </p:txBody>
      </p:sp>
      <p:sp>
        <p:nvSpPr>
          <p:cNvPr id="6" name="Chỗ dành sẵn cho Số hiệu Bản chiếu 5">
            <a:extLst>
              <a:ext uri="{FF2B5EF4-FFF2-40B4-BE49-F238E27FC236}">
                <a16:creationId xmlns:a16="http://schemas.microsoft.com/office/drawing/2014/main" id="{76BD6364-8A38-47F2-8CC9-7E75488FC302}"/>
              </a:ext>
            </a:extLst>
          </p:cNvPr>
          <p:cNvSpPr>
            <a:spLocks noGrp="1"/>
          </p:cNvSpPr>
          <p:nvPr>
            <p:ph type="sldNum" sz="quarter" idx="12"/>
          </p:nvPr>
        </p:nvSpPr>
        <p:spPr>
          <a:xfrm>
            <a:off x="8963025" y="6356349"/>
            <a:ext cx="2743200" cy="365125"/>
          </a:xfrm>
          <a:prstGeom prst="rect">
            <a:avLst/>
          </a:prstGeom>
        </p:spPr>
        <p:txBody>
          <a:bodyPr/>
          <a:lstStyle/>
          <a:p>
            <a:fld id="{4C8DC224-4589-4F63-9A47-BDC85642E9A5}" type="slidenum">
              <a:rPr lang="en-US" smtClean="0"/>
              <a:t>‹#›</a:t>
            </a:fld>
            <a:endParaRPr lang="en-US"/>
          </a:p>
        </p:txBody>
      </p:sp>
      <p:graphicFrame>
        <p:nvGraphicFramePr>
          <p:cNvPr id="3" name="Bảng 4">
            <a:extLst>
              <a:ext uri="{FF2B5EF4-FFF2-40B4-BE49-F238E27FC236}">
                <a16:creationId xmlns:a16="http://schemas.microsoft.com/office/drawing/2014/main" id="{C3A53F34-7F05-4D86-BA99-9731333F7624}"/>
              </a:ext>
            </a:extLst>
          </p:cNvPr>
          <p:cNvGraphicFramePr>
            <a:graphicFrameLocks noGrp="1"/>
          </p:cNvGraphicFramePr>
          <p:nvPr>
            <p:extLst>
              <p:ext uri="{D42A27DB-BD31-4B8C-83A1-F6EECF244321}">
                <p14:modId xmlns:p14="http://schemas.microsoft.com/office/powerpoint/2010/main" val="1054266517"/>
              </p:ext>
            </p:extLst>
          </p:nvPr>
        </p:nvGraphicFramePr>
        <p:xfrm>
          <a:off x="4520629" y="5669132"/>
          <a:ext cx="4263776" cy="1188720"/>
        </p:xfrm>
        <a:graphic>
          <a:graphicData uri="http://schemas.openxmlformats.org/drawingml/2006/table">
            <a:tbl>
              <a:tblPr firstRow="1" bandRow="1">
                <a:tableStyleId>{5C22544A-7EE6-4342-B048-85BDC9FD1C3A}</a:tableStyleId>
              </a:tblPr>
              <a:tblGrid>
                <a:gridCol w="1294544">
                  <a:extLst>
                    <a:ext uri="{9D8B030D-6E8A-4147-A177-3AD203B41FA5}">
                      <a16:colId xmlns:a16="http://schemas.microsoft.com/office/drawing/2014/main" val="1606017521"/>
                    </a:ext>
                  </a:extLst>
                </a:gridCol>
                <a:gridCol w="2969232">
                  <a:extLst>
                    <a:ext uri="{9D8B030D-6E8A-4147-A177-3AD203B41FA5}">
                      <a16:colId xmlns:a16="http://schemas.microsoft.com/office/drawing/2014/main" val="18379745"/>
                    </a:ext>
                  </a:extLst>
                </a:gridCol>
              </a:tblGrid>
              <a:tr h="370840">
                <a:tc>
                  <a:txBody>
                    <a:bodyPr/>
                    <a:lstStyle/>
                    <a:p>
                      <a:pPr algn="r"/>
                      <a:r>
                        <a:rPr lang="en-GB" sz="2000" dirty="0">
                          <a:solidFill>
                            <a:srgbClr val="073851"/>
                          </a:solidFill>
                        </a:rPr>
                        <a:t>Lecturer:</a:t>
                      </a:r>
                    </a:p>
                  </a:txBody>
                  <a:tcPr>
                    <a:noFill/>
                  </a:tcPr>
                </a:tc>
                <a:tc>
                  <a:txBody>
                    <a:bodyPr/>
                    <a:lstStyle/>
                    <a:p>
                      <a:r>
                        <a:rPr lang="en-GB" sz="2000" dirty="0">
                          <a:solidFill>
                            <a:srgbClr val="073851"/>
                          </a:solidFill>
                        </a:rPr>
                        <a:t>Nguyen Tuan Long, </a:t>
                      </a:r>
                      <a:r>
                        <a:rPr lang="en-GB" sz="2000" dirty="0" err="1">
                          <a:solidFill>
                            <a:srgbClr val="073851"/>
                          </a:solidFill>
                        </a:rPr>
                        <a:t>Phd</a:t>
                      </a:r>
                      <a:endParaRPr lang="en-US" sz="2000" dirty="0">
                        <a:solidFill>
                          <a:srgbClr val="073851"/>
                        </a:solidFill>
                      </a:endParaRPr>
                    </a:p>
                  </a:txBody>
                  <a:tcPr>
                    <a:noFill/>
                  </a:tcPr>
                </a:tc>
                <a:extLst>
                  <a:ext uri="{0D108BD9-81ED-4DB2-BD59-A6C34878D82A}">
                    <a16:rowId xmlns:a16="http://schemas.microsoft.com/office/drawing/2014/main" val="3559763518"/>
                  </a:ext>
                </a:extLst>
              </a:tr>
              <a:tr h="370840">
                <a:tc>
                  <a:txBody>
                    <a:bodyPr/>
                    <a:lstStyle/>
                    <a:p>
                      <a:pPr algn="r"/>
                      <a:r>
                        <a:rPr lang="en-GB" sz="2000" dirty="0">
                          <a:solidFill>
                            <a:srgbClr val="073851"/>
                          </a:solidFill>
                        </a:rPr>
                        <a:t>Email:</a:t>
                      </a:r>
                    </a:p>
                  </a:txBody>
                  <a:tcPr>
                    <a:noFill/>
                  </a:tcPr>
                </a:tc>
                <a:tc>
                  <a:txBody>
                    <a:bodyPr/>
                    <a:lstStyle/>
                    <a:p>
                      <a:r>
                        <a:rPr lang="en-GB" sz="2000" u="none" dirty="0">
                          <a:solidFill>
                            <a:srgbClr val="073851"/>
                          </a:solidFill>
                        </a:rPr>
                        <a:t>ntlong@neu.edu.vn</a:t>
                      </a:r>
                      <a:endParaRPr lang="en-US" sz="2000" u="none" dirty="0">
                        <a:solidFill>
                          <a:srgbClr val="073851"/>
                        </a:solidFill>
                      </a:endParaRPr>
                    </a:p>
                  </a:txBody>
                  <a:tcPr>
                    <a:noFill/>
                  </a:tcPr>
                </a:tc>
                <a:extLst>
                  <a:ext uri="{0D108BD9-81ED-4DB2-BD59-A6C34878D82A}">
                    <a16:rowId xmlns:a16="http://schemas.microsoft.com/office/drawing/2014/main" val="1816970586"/>
                  </a:ext>
                </a:extLst>
              </a:tr>
              <a:tr h="370840">
                <a:tc>
                  <a:txBody>
                    <a:bodyPr/>
                    <a:lstStyle/>
                    <a:p>
                      <a:pPr algn="r"/>
                      <a:r>
                        <a:rPr lang="en-GB" sz="2000" dirty="0">
                          <a:solidFill>
                            <a:srgbClr val="073851"/>
                          </a:solidFill>
                        </a:rPr>
                        <a:t>Mobile: </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solidFill>
                            <a:srgbClr val="073851"/>
                          </a:solidFill>
                        </a:rPr>
                        <a:t>0982 746 235</a:t>
                      </a:r>
                      <a:endParaRPr lang="en-US" sz="2000" dirty="0">
                        <a:solidFill>
                          <a:srgbClr val="073851"/>
                        </a:solidFill>
                      </a:endParaRPr>
                    </a:p>
                  </a:txBody>
                  <a:tcPr>
                    <a:noFill/>
                  </a:tcPr>
                </a:tc>
                <a:extLst>
                  <a:ext uri="{0D108BD9-81ED-4DB2-BD59-A6C34878D82A}">
                    <a16:rowId xmlns:a16="http://schemas.microsoft.com/office/drawing/2014/main" val="3200123550"/>
                  </a:ext>
                </a:extLst>
              </a:tr>
            </a:tbl>
          </a:graphicData>
        </a:graphic>
      </p:graphicFrame>
    </p:spTree>
    <p:extLst>
      <p:ext uri="{BB962C8B-B14F-4D97-AF65-F5344CB8AC3E}">
        <p14:creationId xmlns:p14="http://schemas.microsoft.com/office/powerpoint/2010/main" val="1448851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êu đề và Nội dung">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7D79CAC4-BD1D-493F-9670-DB9780FBD848}"/>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14" name="Chỗ dành sẵn cho Tiêu đề 15">
            <a:extLst>
              <a:ext uri="{FF2B5EF4-FFF2-40B4-BE49-F238E27FC236}">
                <a16:creationId xmlns:a16="http://schemas.microsoft.com/office/drawing/2014/main" id="{C5D4EA16-6C89-4C02-AC2E-889ECB6245EA}"/>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5" name="Chỗ dành sẵn cho Số hiệu Bản chiếu 5">
            <a:extLst>
              <a:ext uri="{FF2B5EF4-FFF2-40B4-BE49-F238E27FC236}">
                <a16:creationId xmlns:a16="http://schemas.microsoft.com/office/drawing/2014/main" id="{1A753AF2-7088-4335-A9DF-7D3571F55689}"/>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4C8DC224-4589-4F63-9A47-BDC85642E9A5}" type="slidenum">
              <a:rPr lang="en-US" smtClean="0"/>
              <a:t>‹#›</a:t>
            </a:fld>
            <a:endParaRPr lang="en-US"/>
          </a:p>
        </p:txBody>
      </p:sp>
    </p:spTree>
    <p:extLst>
      <p:ext uri="{BB962C8B-B14F-4D97-AF65-F5344CB8AC3E}">
        <p14:creationId xmlns:p14="http://schemas.microsoft.com/office/powerpoint/2010/main" val="1050042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Đầu trang của Phần">
    <p:spTree>
      <p:nvGrpSpPr>
        <p:cNvPr id="1" name=""/>
        <p:cNvGrpSpPr/>
        <p:nvPr/>
      </p:nvGrpSpPr>
      <p:grpSpPr>
        <a:xfrm>
          <a:off x="0" y="0"/>
          <a:ext cx="0" cy="0"/>
          <a:chOff x="0" y="0"/>
          <a:chExt cx="0" cy="0"/>
        </a:xfrm>
      </p:grpSpPr>
      <p:sp>
        <p:nvSpPr>
          <p:cNvPr id="3" name="Chỗ dành sẵn cho Văn bản 2">
            <a:extLst>
              <a:ext uri="{FF2B5EF4-FFF2-40B4-BE49-F238E27FC236}">
                <a16:creationId xmlns:a16="http://schemas.microsoft.com/office/drawing/2014/main" id="{4576C3C8-CD46-4A0A-A291-66E107D3DDE7}"/>
              </a:ext>
            </a:extLst>
          </p:cNvPr>
          <p:cNvSpPr>
            <a:spLocks noGrp="1"/>
          </p:cNvSpPr>
          <p:nvPr>
            <p:ph type="body" idx="1"/>
          </p:nvPr>
        </p:nvSpPr>
        <p:spPr>
          <a:xfrm>
            <a:off x="590551" y="1724025"/>
            <a:ext cx="11115673" cy="4869655"/>
          </a:xfrm>
        </p:spPr>
        <p:txBody>
          <a:bodyPr/>
          <a:lstStyle>
            <a:lvl1pPr marL="0" indent="0">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5" name="Tiêu đề 4">
            <a:extLst>
              <a:ext uri="{FF2B5EF4-FFF2-40B4-BE49-F238E27FC236}">
                <a16:creationId xmlns:a16="http://schemas.microsoft.com/office/drawing/2014/main" id="{D5B955DD-411E-409E-B649-7E677DA4E5A6}"/>
              </a:ext>
            </a:extLst>
          </p:cNvPr>
          <p:cNvSpPr>
            <a:spLocks noGrp="1"/>
          </p:cNvSpPr>
          <p:nvPr>
            <p:ph type="title"/>
          </p:nvPr>
        </p:nvSpPr>
        <p:spPr/>
        <p:txBody>
          <a:bodyPr/>
          <a:lstStyle/>
          <a:p>
            <a:r>
              <a:rPr lang="vi-VN"/>
              <a:t>Bấm để sửa kiểu tiêu đề Bản cái</a:t>
            </a:r>
            <a:endParaRPr lang="en-US"/>
          </a:p>
        </p:txBody>
      </p:sp>
      <p:sp>
        <p:nvSpPr>
          <p:cNvPr id="7" name="Chỗ dành sẵn cho Văn bản 2">
            <a:extLst>
              <a:ext uri="{FF2B5EF4-FFF2-40B4-BE49-F238E27FC236}">
                <a16:creationId xmlns:a16="http://schemas.microsoft.com/office/drawing/2014/main" id="{0C3482B8-57BD-41F3-994D-13EBE07332E5}"/>
              </a:ext>
            </a:extLst>
          </p:cNvPr>
          <p:cNvSpPr>
            <a:spLocks noGrp="1"/>
          </p:cNvSpPr>
          <p:nvPr>
            <p:ph type="body" idx="10"/>
          </p:nvPr>
        </p:nvSpPr>
        <p:spPr>
          <a:xfrm>
            <a:off x="590551" y="923925"/>
            <a:ext cx="11115673" cy="544511"/>
          </a:xfrm>
        </p:spPr>
        <p:txBody>
          <a:bodyPr>
            <a:normAutofit/>
          </a:bodyPr>
          <a:lstStyle>
            <a:lvl1pPr marL="0" indent="0">
              <a:buNone/>
              <a:defRPr sz="30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9" name="Chỗ dành sẵn cho Số hiệu Bản chiếu 5">
            <a:extLst>
              <a:ext uri="{FF2B5EF4-FFF2-40B4-BE49-F238E27FC236}">
                <a16:creationId xmlns:a16="http://schemas.microsoft.com/office/drawing/2014/main" id="{41E8380C-3141-458C-85E1-AF63FCD6B68C}"/>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4C8DC224-4589-4F63-9A47-BDC85642E9A5}" type="slidenum">
              <a:rPr lang="en-US" smtClean="0"/>
              <a:t>‹#›</a:t>
            </a:fld>
            <a:endParaRPr lang="en-US"/>
          </a:p>
        </p:txBody>
      </p:sp>
    </p:spTree>
    <p:extLst>
      <p:ext uri="{BB962C8B-B14F-4D97-AF65-F5344CB8AC3E}">
        <p14:creationId xmlns:p14="http://schemas.microsoft.com/office/powerpoint/2010/main" val="1177928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Đầu trang của Phần">
    <p:spTree>
      <p:nvGrpSpPr>
        <p:cNvPr id="1" name=""/>
        <p:cNvGrpSpPr/>
        <p:nvPr/>
      </p:nvGrpSpPr>
      <p:grpSpPr>
        <a:xfrm>
          <a:off x="0" y="0"/>
          <a:ext cx="0" cy="0"/>
          <a:chOff x="0" y="0"/>
          <a:chExt cx="0" cy="0"/>
        </a:xfrm>
      </p:grpSpPr>
      <p:sp>
        <p:nvSpPr>
          <p:cNvPr id="3" name="Chỗ dành sẵn cho Văn bản 2">
            <a:extLst>
              <a:ext uri="{FF2B5EF4-FFF2-40B4-BE49-F238E27FC236}">
                <a16:creationId xmlns:a16="http://schemas.microsoft.com/office/drawing/2014/main" id="{4576C3C8-CD46-4A0A-A291-66E107D3DDE7}"/>
              </a:ext>
            </a:extLst>
          </p:cNvPr>
          <p:cNvSpPr>
            <a:spLocks noGrp="1"/>
          </p:cNvSpPr>
          <p:nvPr>
            <p:ph type="body" idx="1"/>
          </p:nvPr>
        </p:nvSpPr>
        <p:spPr>
          <a:xfrm>
            <a:off x="590551" y="1038225"/>
            <a:ext cx="11115673" cy="5555456"/>
          </a:xfrm>
        </p:spPr>
        <p:txBody>
          <a:bodyPr/>
          <a:lstStyle>
            <a:lvl1pPr marL="0" indent="0">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11" name="Chỗ dành sẵn cho Tiêu đề 15">
            <a:extLst>
              <a:ext uri="{FF2B5EF4-FFF2-40B4-BE49-F238E27FC236}">
                <a16:creationId xmlns:a16="http://schemas.microsoft.com/office/drawing/2014/main" id="{A4DFE80C-51A2-4D53-BB00-0A093E4EB4CE}"/>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6" name="Chỗ dành sẵn cho Số hiệu Bản chiếu 5">
            <a:extLst>
              <a:ext uri="{FF2B5EF4-FFF2-40B4-BE49-F238E27FC236}">
                <a16:creationId xmlns:a16="http://schemas.microsoft.com/office/drawing/2014/main" id="{82CB2949-DAD7-4EF0-A36A-3D810F97494D}"/>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4C8DC224-4589-4F63-9A47-BDC85642E9A5}" type="slidenum">
              <a:rPr lang="en-US" smtClean="0"/>
              <a:t>‹#›</a:t>
            </a:fld>
            <a:endParaRPr lang="en-US"/>
          </a:p>
        </p:txBody>
      </p:sp>
    </p:spTree>
    <p:extLst>
      <p:ext uri="{BB962C8B-B14F-4D97-AF65-F5344CB8AC3E}">
        <p14:creationId xmlns:p14="http://schemas.microsoft.com/office/powerpoint/2010/main" val="1145102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ai Nội dung">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61C08749-6395-4F32-9909-504B626F9956}"/>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hỗ dành sẵn cho Nội dung 3">
            <a:extLst>
              <a:ext uri="{FF2B5EF4-FFF2-40B4-BE49-F238E27FC236}">
                <a16:creationId xmlns:a16="http://schemas.microsoft.com/office/drawing/2014/main" id="{EDA9BA27-EBFC-4DA7-855F-C3A3C9C28FEE}"/>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9" name="Chỗ dành sẵn cho Tiêu đề 15">
            <a:extLst>
              <a:ext uri="{FF2B5EF4-FFF2-40B4-BE49-F238E27FC236}">
                <a16:creationId xmlns:a16="http://schemas.microsoft.com/office/drawing/2014/main" id="{A4240B7C-DEC9-4DDB-B763-5AB7F5A1BD87}"/>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7" name="Chỗ dành sẵn cho Số hiệu Bản chiếu 5">
            <a:extLst>
              <a:ext uri="{FF2B5EF4-FFF2-40B4-BE49-F238E27FC236}">
                <a16:creationId xmlns:a16="http://schemas.microsoft.com/office/drawing/2014/main" id="{7D073651-FED7-4F7C-88AF-2DD7D2DDA14C}"/>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4C8DC224-4589-4F63-9A47-BDC85642E9A5}" type="slidenum">
              <a:rPr lang="en-US" smtClean="0"/>
              <a:t>‹#›</a:t>
            </a:fld>
            <a:endParaRPr lang="en-US"/>
          </a:p>
        </p:txBody>
      </p:sp>
    </p:spTree>
    <p:extLst>
      <p:ext uri="{BB962C8B-B14F-4D97-AF65-F5344CB8AC3E}">
        <p14:creationId xmlns:p14="http://schemas.microsoft.com/office/powerpoint/2010/main" val="1485834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ép so sánh">
    <p:spTree>
      <p:nvGrpSpPr>
        <p:cNvPr id="1" name=""/>
        <p:cNvGrpSpPr/>
        <p:nvPr/>
      </p:nvGrpSpPr>
      <p:grpSpPr>
        <a:xfrm>
          <a:off x="0" y="0"/>
          <a:ext cx="0" cy="0"/>
          <a:chOff x="0" y="0"/>
          <a:chExt cx="0" cy="0"/>
        </a:xfrm>
      </p:grpSpPr>
      <p:sp>
        <p:nvSpPr>
          <p:cNvPr id="3" name="Chỗ dành sẵn cho Văn bản 2">
            <a:extLst>
              <a:ext uri="{FF2B5EF4-FFF2-40B4-BE49-F238E27FC236}">
                <a16:creationId xmlns:a16="http://schemas.microsoft.com/office/drawing/2014/main" id="{FDF733FB-4A07-482D-957A-36B5991F4B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CDFCA923-F333-44FD-B677-F893ED5F5D1E}"/>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51F21074-7ED6-4120-B663-B57A489EDB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1B3584CC-EAB2-4543-9928-8D205793339D}"/>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3" name="Chỗ dành sẵn cho Tiêu đề 15">
            <a:extLst>
              <a:ext uri="{FF2B5EF4-FFF2-40B4-BE49-F238E27FC236}">
                <a16:creationId xmlns:a16="http://schemas.microsoft.com/office/drawing/2014/main" id="{E7D3FFCC-3F64-4A93-B16C-988199E7DA19}"/>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8" name="Chỗ dành sẵn cho Số hiệu Bản chiếu 5">
            <a:extLst>
              <a:ext uri="{FF2B5EF4-FFF2-40B4-BE49-F238E27FC236}">
                <a16:creationId xmlns:a16="http://schemas.microsoft.com/office/drawing/2014/main" id="{BBEF97C9-4C16-4414-8805-A1E1438B0E0D}"/>
              </a:ext>
            </a:extLst>
          </p:cNvPr>
          <p:cNvSpPr>
            <a:spLocks noGrp="1"/>
          </p:cNvSpPr>
          <p:nvPr>
            <p:ph type="sldNum" sz="quarter" idx="10"/>
          </p:nvPr>
        </p:nvSpPr>
        <p:spPr>
          <a:xfrm>
            <a:off x="11687175" y="264320"/>
            <a:ext cx="2743200" cy="531018"/>
          </a:xfrm>
          <a:prstGeom prst="rect">
            <a:avLst/>
          </a:prstGeom>
        </p:spPr>
        <p:txBody>
          <a:bodyPr/>
          <a:lstStyle>
            <a:lvl1pPr>
              <a:defRPr sz="2400" b="1">
                <a:solidFill>
                  <a:srgbClr val="4A7DA7"/>
                </a:solidFill>
              </a:defRPr>
            </a:lvl1pPr>
          </a:lstStyle>
          <a:p>
            <a:fld id="{4C8DC224-4589-4F63-9A47-BDC85642E9A5}" type="slidenum">
              <a:rPr lang="en-US" smtClean="0"/>
              <a:t>‹#›</a:t>
            </a:fld>
            <a:endParaRPr lang="en-US"/>
          </a:p>
        </p:txBody>
      </p:sp>
    </p:spTree>
    <p:extLst>
      <p:ext uri="{BB962C8B-B14F-4D97-AF65-F5344CB8AC3E}">
        <p14:creationId xmlns:p14="http://schemas.microsoft.com/office/powerpoint/2010/main" val="591819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ỉ Tiêu đề">
    <p:spTree>
      <p:nvGrpSpPr>
        <p:cNvPr id="1" name=""/>
        <p:cNvGrpSpPr/>
        <p:nvPr/>
      </p:nvGrpSpPr>
      <p:grpSpPr>
        <a:xfrm>
          <a:off x="0" y="0"/>
          <a:ext cx="0" cy="0"/>
          <a:chOff x="0" y="0"/>
          <a:chExt cx="0" cy="0"/>
        </a:xfrm>
      </p:grpSpPr>
      <p:sp>
        <p:nvSpPr>
          <p:cNvPr id="3" name="Chỗ dành sẵn cho Ngày tháng 2">
            <a:extLst>
              <a:ext uri="{FF2B5EF4-FFF2-40B4-BE49-F238E27FC236}">
                <a16:creationId xmlns:a16="http://schemas.microsoft.com/office/drawing/2014/main" id="{FC8EBD9F-9141-4A98-93F5-C6A5F27B9B5E}"/>
              </a:ext>
            </a:extLst>
          </p:cNvPr>
          <p:cNvSpPr>
            <a:spLocks noGrp="1"/>
          </p:cNvSpPr>
          <p:nvPr>
            <p:ph type="dt" sz="half" idx="10"/>
          </p:nvPr>
        </p:nvSpPr>
        <p:spPr>
          <a:xfrm>
            <a:off x="590551" y="6356349"/>
            <a:ext cx="2743200" cy="365125"/>
          </a:xfrm>
          <a:prstGeom prst="rect">
            <a:avLst/>
          </a:prstGeom>
        </p:spPr>
        <p:txBody>
          <a:bodyPr/>
          <a:lstStyle/>
          <a:p>
            <a:endParaRPr lang="en-US"/>
          </a:p>
        </p:txBody>
      </p:sp>
      <p:sp>
        <p:nvSpPr>
          <p:cNvPr id="4" name="Chỗ dành sẵn cho Chân trang 3">
            <a:extLst>
              <a:ext uri="{FF2B5EF4-FFF2-40B4-BE49-F238E27FC236}">
                <a16:creationId xmlns:a16="http://schemas.microsoft.com/office/drawing/2014/main" id="{F3055541-60E9-46E8-AE8C-2C677C137B0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Chỗ dành sẵn cho Số hiệu Bản chiếu 4">
            <a:extLst>
              <a:ext uri="{FF2B5EF4-FFF2-40B4-BE49-F238E27FC236}">
                <a16:creationId xmlns:a16="http://schemas.microsoft.com/office/drawing/2014/main" id="{3706B3D0-83CF-40FA-8319-7C75EFD0BE5A}"/>
              </a:ext>
            </a:extLst>
          </p:cNvPr>
          <p:cNvSpPr>
            <a:spLocks noGrp="1"/>
          </p:cNvSpPr>
          <p:nvPr>
            <p:ph type="sldNum" sz="quarter" idx="12"/>
          </p:nvPr>
        </p:nvSpPr>
        <p:spPr>
          <a:xfrm>
            <a:off x="8963025" y="6356349"/>
            <a:ext cx="2743200" cy="365125"/>
          </a:xfrm>
          <a:prstGeom prst="rect">
            <a:avLst/>
          </a:prstGeom>
        </p:spPr>
        <p:txBody>
          <a:bodyPr/>
          <a:lstStyle/>
          <a:p>
            <a:fld id="{4C8DC224-4589-4F63-9A47-BDC85642E9A5}" type="slidenum">
              <a:rPr lang="en-US" smtClean="0"/>
              <a:t>‹#›</a:t>
            </a:fld>
            <a:endParaRPr lang="en-US"/>
          </a:p>
        </p:txBody>
      </p:sp>
      <p:sp>
        <p:nvSpPr>
          <p:cNvPr id="7" name="Chỗ dành sẵn cho Tiêu đề 15">
            <a:extLst>
              <a:ext uri="{FF2B5EF4-FFF2-40B4-BE49-F238E27FC236}">
                <a16:creationId xmlns:a16="http://schemas.microsoft.com/office/drawing/2014/main" id="{DA8687FF-FC60-4275-9DE1-BF2E039DF62A}"/>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8" name="Chỗ dành sẵn cho Số hiệu Bản chiếu 5">
            <a:extLst>
              <a:ext uri="{FF2B5EF4-FFF2-40B4-BE49-F238E27FC236}">
                <a16:creationId xmlns:a16="http://schemas.microsoft.com/office/drawing/2014/main" id="{84326D3A-EBD9-4FF7-B239-D7972914C046}"/>
              </a:ext>
            </a:extLst>
          </p:cNvPr>
          <p:cNvSpPr txBox="1">
            <a:spLocks/>
          </p:cNvSpPr>
          <p:nvPr/>
        </p:nvSpPr>
        <p:spPr>
          <a:xfrm>
            <a:off x="11687175" y="264320"/>
            <a:ext cx="2743200" cy="531018"/>
          </a:xfrm>
          <a:prstGeom prst="rect">
            <a:avLst/>
          </a:prstGeom>
        </p:spPr>
        <p:txBody>
          <a:bodyPr/>
          <a:lstStyle>
            <a:defPPr>
              <a:defRPr lang="en-US"/>
            </a:defPPr>
            <a:lvl1pPr marL="0" algn="l" defTabSz="914400" rtl="0" eaLnBrk="1" latinLnBrk="0" hangingPunct="1">
              <a:defRPr sz="2400" b="1" kern="1200">
                <a:solidFill>
                  <a:srgbClr val="4A7DA7"/>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450C42-9A0B-4425-92C2-70FCF7C45734}" type="slidenum">
              <a:rPr lang="en-US" smtClean="0"/>
              <a:pPr/>
              <a:t>‹#›</a:t>
            </a:fld>
            <a:endParaRPr lang="en-US" dirty="0"/>
          </a:p>
        </p:txBody>
      </p:sp>
    </p:spTree>
    <p:extLst>
      <p:ext uri="{BB962C8B-B14F-4D97-AF65-F5344CB8AC3E}">
        <p14:creationId xmlns:p14="http://schemas.microsoft.com/office/powerpoint/2010/main" val="1493152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rống">
    <p:spTree>
      <p:nvGrpSpPr>
        <p:cNvPr id="1" name=""/>
        <p:cNvGrpSpPr/>
        <p:nvPr/>
      </p:nvGrpSpPr>
      <p:grpSpPr>
        <a:xfrm>
          <a:off x="0" y="0"/>
          <a:ext cx="0" cy="0"/>
          <a:chOff x="0" y="0"/>
          <a:chExt cx="0" cy="0"/>
        </a:xfrm>
      </p:grpSpPr>
      <p:sp>
        <p:nvSpPr>
          <p:cNvPr id="3" name="Chỗ dành sẵn cho Số hiệu Bản chiếu 5">
            <a:extLst>
              <a:ext uri="{FF2B5EF4-FFF2-40B4-BE49-F238E27FC236}">
                <a16:creationId xmlns:a16="http://schemas.microsoft.com/office/drawing/2014/main" id="{96B4CDE5-9799-4BC2-9724-684452F32F99}"/>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4C8DC224-4589-4F63-9A47-BDC85642E9A5}" type="slidenum">
              <a:rPr lang="en-US" smtClean="0"/>
              <a:t>‹#›</a:t>
            </a:fld>
            <a:endParaRPr lang="en-US"/>
          </a:p>
        </p:txBody>
      </p:sp>
    </p:spTree>
    <p:extLst>
      <p:ext uri="{BB962C8B-B14F-4D97-AF65-F5344CB8AC3E}">
        <p14:creationId xmlns:p14="http://schemas.microsoft.com/office/powerpoint/2010/main" val="3756057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6619017-1111-4C1D-A0BB-8FC41C4D5211}"/>
              </a:ext>
            </a:extLst>
          </p:cNvPr>
          <p:cNvSpPr>
            <a:spLocks noGrp="1"/>
          </p:cNvSpPr>
          <p:nvPr>
            <p:ph type="title"/>
          </p:nvPr>
        </p:nvSpPr>
        <p:spPr>
          <a:xfrm>
            <a:off x="839788" y="987425"/>
            <a:ext cx="3932237" cy="1600200"/>
          </a:xfrm>
          <a:prstGeom prst="rect">
            <a:avLst/>
          </a:prstGeom>
        </p:spPr>
        <p:txBody>
          <a:bodyPr anchor="b"/>
          <a:lstStyle>
            <a:lvl1pPr>
              <a:defRPr sz="3200"/>
            </a:lvl1pPr>
          </a:lstStyle>
          <a:p>
            <a:r>
              <a:rPr lang="vi-VN"/>
              <a:t>Bấm để sửa kiểu tiêu đề Bản cái</a:t>
            </a:r>
            <a:endParaRPr lang="en-US" dirty="0"/>
          </a:p>
        </p:txBody>
      </p:sp>
      <p:sp>
        <p:nvSpPr>
          <p:cNvPr id="3" name="Chỗ dành sẵn cho Nội dung 2">
            <a:extLst>
              <a:ext uri="{FF2B5EF4-FFF2-40B4-BE49-F238E27FC236}">
                <a16:creationId xmlns:a16="http://schemas.microsoft.com/office/drawing/2014/main" id="{2F2B9E11-C1BC-40CF-847A-2AF258FFB8BF}"/>
              </a:ext>
            </a:extLst>
          </p:cNvPr>
          <p:cNvSpPr>
            <a:spLocks noGrp="1"/>
          </p:cNvSpPr>
          <p:nvPr>
            <p:ph idx="1"/>
          </p:nvPr>
        </p:nvSpPr>
        <p:spPr>
          <a:xfrm>
            <a:off x="5183188" y="987425"/>
            <a:ext cx="6172200" cy="54895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77DE9469-C9A2-48BC-A700-3C80BAE31CA9}"/>
              </a:ext>
            </a:extLst>
          </p:cNvPr>
          <p:cNvSpPr>
            <a:spLocks noGrp="1"/>
          </p:cNvSpPr>
          <p:nvPr>
            <p:ph type="body" sz="half" idx="2"/>
          </p:nvPr>
        </p:nvSpPr>
        <p:spPr>
          <a:xfrm>
            <a:off x="839788" y="2619374"/>
            <a:ext cx="3932237" cy="38576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Tree>
    <p:extLst>
      <p:ext uri="{BB962C8B-B14F-4D97-AF65-F5344CB8AC3E}">
        <p14:creationId xmlns:p14="http://schemas.microsoft.com/office/powerpoint/2010/main" val="3579422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810F1D3-C0D9-4502-8431-20C282314F59}"/>
              </a:ext>
            </a:extLst>
          </p:cNvPr>
          <p:cNvSpPr>
            <a:spLocks noGrp="1"/>
          </p:cNvSpPr>
          <p:nvPr>
            <p:ph type="title"/>
          </p:nvPr>
        </p:nvSpPr>
        <p:spPr>
          <a:xfrm>
            <a:off x="839788" y="933450"/>
            <a:ext cx="3932237" cy="1600200"/>
          </a:xfrm>
          <a:prstGeom prst="rect">
            <a:avLst/>
          </a:prstGeo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C7130C2E-C7DC-4748-A465-8CC54EDB210E}"/>
              </a:ext>
            </a:extLst>
          </p:cNvPr>
          <p:cNvSpPr>
            <a:spLocks noGrp="1"/>
          </p:cNvSpPr>
          <p:nvPr>
            <p:ph type="pic" idx="1"/>
          </p:nvPr>
        </p:nvSpPr>
        <p:spPr>
          <a:xfrm>
            <a:off x="5183188" y="146367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vi-VN"/>
              <a:t>Bấm biểu tượng để thêm hình ảnh</a:t>
            </a:r>
            <a:endParaRPr lang="en-US"/>
          </a:p>
        </p:txBody>
      </p:sp>
      <p:sp>
        <p:nvSpPr>
          <p:cNvPr id="4" name="Chỗ dành sẵn cho Văn bản 3">
            <a:extLst>
              <a:ext uri="{FF2B5EF4-FFF2-40B4-BE49-F238E27FC236}">
                <a16:creationId xmlns:a16="http://schemas.microsoft.com/office/drawing/2014/main" id="{5913A196-18A1-4347-A2E4-52F9870001B6}"/>
              </a:ext>
            </a:extLst>
          </p:cNvPr>
          <p:cNvSpPr>
            <a:spLocks noGrp="1"/>
          </p:cNvSpPr>
          <p:nvPr>
            <p:ph type="body" sz="half" idx="2"/>
          </p:nvPr>
        </p:nvSpPr>
        <p:spPr>
          <a:xfrm>
            <a:off x="839788" y="253365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8" name="Chỗ dành sẵn cho Tiêu đề 15">
            <a:extLst>
              <a:ext uri="{FF2B5EF4-FFF2-40B4-BE49-F238E27FC236}">
                <a16:creationId xmlns:a16="http://schemas.microsoft.com/office/drawing/2014/main" id="{9D445EDB-5AF8-4613-86A4-2D424B5ED174}"/>
              </a:ext>
            </a:extLst>
          </p:cNvPr>
          <p:cNvSpPr txBox="1">
            <a:spLocks/>
          </p:cNvSpPr>
          <p:nvPr/>
        </p:nvSpPr>
        <p:spPr>
          <a:xfrm>
            <a:off x="904875" y="264319"/>
            <a:ext cx="10868025" cy="544511"/>
          </a:xfrm>
          <a:prstGeom prst="rect">
            <a:avLst/>
          </a:prstGeom>
          <a:noFill/>
          <a:ln>
            <a:noFill/>
          </a:ln>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r>
              <a:rPr lang="vi-VN"/>
              <a:t>Bấm để sửa kiểu tiêu đề Bản cái</a:t>
            </a:r>
            <a:endParaRPr lang="en-US" dirty="0"/>
          </a:p>
        </p:txBody>
      </p:sp>
    </p:spTree>
    <p:extLst>
      <p:ext uri="{BB962C8B-B14F-4D97-AF65-F5344CB8AC3E}">
        <p14:creationId xmlns:p14="http://schemas.microsoft.com/office/powerpoint/2010/main" val="3474257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203053E-6876-4C94-B9D4-C63ADE8AE00E}"/>
              </a:ext>
            </a:extLst>
          </p:cNvPr>
          <p:cNvSpPr>
            <a:spLocks noGrp="1"/>
          </p:cNvSpPr>
          <p:nvPr>
            <p:ph type="title"/>
          </p:nvPr>
        </p:nvSpPr>
        <p:spPr>
          <a:xfrm>
            <a:off x="600072" y="266700"/>
            <a:ext cx="11591928" cy="590550"/>
          </a:xfrm>
          <a:prstGeom prst="rect">
            <a:avLst/>
          </a:prstGeom>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D11AB80D-1369-472E-9456-2AC4E280D897}"/>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80E41F29-71EC-4FD1-A650-C3C3F4B92FE7}"/>
              </a:ext>
            </a:extLst>
          </p:cNvPr>
          <p:cNvSpPr>
            <a:spLocks noGrp="1"/>
          </p:cNvSpPr>
          <p:nvPr>
            <p:ph type="dt" sz="half" idx="10"/>
          </p:nvPr>
        </p:nvSpPr>
        <p:spPr>
          <a:xfrm>
            <a:off x="590551" y="6356349"/>
            <a:ext cx="2743200" cy="365125"/>
          </a:xfrm>
          <a:prstGeom prst="rect">
            <a:avLst/>
          </a:prstGeom>
        </p:spPr>
        <p:txBody>
          <a:bodyPr/>
          <a:lstStyle/>
          <a:p>
            <a:endParaRPr lang="en-US"/>
          </a:p>
        </p:txBody>
      </p:sp>
      <p:sp>
        <p:nvSpPr>
          <p:cNvPr id="5" name="Chỗ dành sẵn cho Chân trang 4">
            <a:extLst>
              <a:ext uri="{FF2B5EF4-FFF2-40B4-BE49-F238E27FC236}">
                <a16:creationId xmlns:a16="http://schemas.microsoft.com/office/drawing/2014/main" id="{A7EE4063-C779-43AE-B180-0B589967AB5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Chỗ dành sẵn cho Số hiệu Bản chiếu 5">
            <a:extLst>
              <a:ext uri="{FF2B5EF4-FFF2-40B4-BE49-F238E27FC236}">
                <a16:creationId xmlns:a16="http://schemas.microsoft.com/office/drawing/2014/main" id="{A603DAAA-9F16-4D99-AE16-1A3C484BFE1C}"/>
              </a:ext>
            </a:extLst>
          </p:cNvPr>
          <p:cNvSpPr>
            <a:spLocks noGrp="1"/>
          </p:cNvSpPr>
          <p:nvPr>
            <p:ph type="sldNum" sz="quarter" idx="12"/>
          </p:nvPr>
        </p:nvSpPr>
        <p:spPr>
          <a:xfrm>
            <a:off x="8963025" y="6356349"/>
            <a:ext cx="2743200" cy="365125"/>
          </a:xfrm>
          <a:prstGeom prst="rect">
            <a:avLst/>
          </a:prstGeom>
        </p:spPr>
        <p:txBody>
          <a:bodyPr/>
          <a:lstStyle/>
          <a:p>
            <a:fld id="{4C8DC224-4589-4F63-9A47-BDC85642E9A5}" type="slidenum">
              <a:rPr lang="en-US" smtClean="0"/>
              <a:t>‹#›</a:t>
            </a:fld>
            <a:endParaRPr lang="en-US"/>
          </a:p>
        </p:txBody>
      </p:sp>
    </p:spTree>
    <p:extLst>
      <p:ext uri="{BB962C8B-B14F-4D97-AF65-F5344CB8AC3E}">
        <p14:creationId xmlns:p14="http://schemas.microsoft.com/office/powerpoint/2010/main" val="2772958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13ACFB89-F34F-4DE2-AD73-8035347E6E4F}"/>
              </a:ext>
            </a:extLst>
          </p:cNvPr>
          <p:cNvSpPr>
            <a:spLocks noGrp="1"/>
          </p:cNvSpPr>
          <p:nvPr>
            <p:ph type="title" orient="vert"/>
          </p:nvPr>
        </p:nvSpPr>
        <p:spPr>
          <a:xfrm>
            <a:off x="8724900" y="365125"/>
            <a:ext cx="2628900" cy="5811838"/>
          </a:xfrm>
          <a:prstGeom prst="rect">
            <a:avLst/>
          </a:prstGeo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E20322DA-7651-402A-A0BB-0D6C40A30127}"/>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A175ABC3-1626-4FAD-B97E-0B3BCD6E9B76}"/>
              </a:ext>
            </a:extLst>
          </p:cNvPr>
          <p:cNvSpPr>
            <a:spLocks noGrp="1"/>
          </p:cNvSpPr>
          <p:nvPr>
            <p:ph type="dt" sz="half" idx="10"/>
          </p:nvPr>
        </p:nvSpPr>
        <p:spPr>
          <a:xfrm>
            <a:off x="590551" y="6356349"/>
            <a:ext cx="2743200" cy="365125"/>
          </a:xfrm>
          <a:prstGeom prst="rect">
            <a:avLst/>
          </a:prstGeom>
        </p:spPr>
        <p:txBody>
          <a:bodyPr/>
          <a:lstStyle/>
          <a:p>
            <a:endParaRPr lang="en-US"/>
          </a:p>
        </p:txBody>
      </p:sp>
      <p:sp>
        <p:nvSpPr>
          <p:cNvPr id="5" name="Chỗ dành sẵn cho Chân trang 4">
            <a:extLst>
              <a:ext uri="{FF2B5EF4-FFF2-40B4-BE49-F238E27FC236}">
                <a16:creationId xmlns:a16="http://schemas.microsoft.com/office/drawing/2014/main" id="{5B29AA6F-48EE-4DD5-8B29-D70DAAFB0B8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Chỗ dành sẵn cho Số hiệu Bản chiếu 5">
            <a:extLst>
              <a:ext uri="{FF2B5EF4-FFF2-40B4-BE49-F238E27FC236}">
                <a16:creationId xmlns:a16="http://schemas.microsoft.com/office/drawing/2014/main" id="{D6FEAF35-F2CF-4425-A551-79F0C8380DDF}"/>
              </a:ext>
            </a:extLst>
          </p:cNvPr>
          <p:cNvSpPr>
            <a:spLocks noGrp="1"/>
          </p:cNvSpPr>
          <p:nvPr>
            <p:ph type="sldNum" sz="quarter" idx="12"/>
          </p:nvPr>
        </p:nvSpPr>
        <p:spPr>
          <a:xfrm>
            <a:off x="8963025" y="6356349"/>
            <a:ext cx="2743200" cy="365125"/>
          </a:xfrm>
          <a:prstGeom prst="rect">
            <a:avLst/>
          </a:prstGeom>
        </p:spPr>
        <p:txBody>
          <a:bodyPr/>
          <a:lstStyle/>
          <a:p>
            <a:fld id="{4C8DC224-4589-4F63-9A47-BDC85642E9A5}" type="slidenum">
              <a:rPr lang="en-US" smtClean="0"/>
              <a:t>‹#›</a:t>
            </a:fld>
            <a:endParaRPr lang="en-US"/>
          </a:p>
        </p:txBody>
      </p:sp>
    </p:spTree>
    <p:extLst>
      <p:ext uri="{BB962C8B-B14F-4D97-AF65-F5344CB8AC3E}">
        <p14:creationId xmlns:p14="http://schemas.microsoft.com/office/powerpoint/2010/main" val="143180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êu đề Bản chiếu">
    <p:spTree>
      <p:nvGrpSpPr>
        <p:cNvPr id="1" name=""/>
        <p:cNvGrpSpPr/>
        <p:nvPr/>
      </p:nvGrpSpPr>
      <p:grpSpPr>
        <a:xfrm>
          <a:off x="0" y="0"/>
          <a:ext cx="0" cy="0"/>
          <a:chOff x="0" y="0"/>
          <a:chExt cx="0" cy="0"/>
        </a:xfrm>
      </p:grpSpPr>
      <p:pic>
        <p:nvPicPr>
          <p:cNvPr id="7" name="Hình ảnh 6">
            <a:extLst>
              <a:ext uri="{FF2B5EF4-FFF2-40B4-BE49-F238E27FC236}">
                <a16:creationId xmlns:a16="http://schemas.microsoft.com/office/drawing/2014/main" id="{CE9B6451-C7BC-4987-95D2-17EFB473C291}"/>
              </a:ext>
            </a:extLst>
          </p:cNvPr>
          <p:cNvPicPr>
            <a:picLocks noChangeAspect="1"/>
          </p:cNvPicPr>
          <p:nvPr/>
        </p:nvPicPr>
        <p:blipFill>
          <a:blip r:embed="rId2"/>
          <a:stretch>
            <a:fillRect/>
          </a:stretch>
        </p:blipFill>
        <p:spPr>
          <a:xfrm>
            <a:off x="0" y="148"/>
            <a:ext cx="12191736" cy="6857852"/>
          </a:xfrm>
          <a:prstGeom prst="rect">
            <a:avLst/>
          </a:prstGeom>
        </p:spPr>
      </p:pic>
      <p:sp>
        <p:nvSpPr>
          <p:cNvPr id="2" name="Tiêu đề 1">
            <a:extLst>
              <a:ext uri="{FF2B5EF4-FFF2-40B4-BE49-F238E27FC236}">
                <a16:creationId xmlns:a16="http://schemas.microsoft.com/office/drawing/2014/main" id="{BF602ED1-46E7-461B-A452-6A972A6AD0F0}"/>
              </a:ext>
            </a:extLst>
          </p:cNvPr>
          <p:cNvSpPr>
            <a:spLocks noGrp="1"/>
          </p:cNvSpPr>
          <p:nvPr>
            <p:ph type="ctrTitle" hasCustomPrompt="1"/>
          </p:nvPr>
        </p:nvSpPr>
        <p:spPr>
          <a:xfrm>
            <a:off x="1523868" y="4791074"/>
            <a:ext cx="9144000" cy="1066801"/>
          </a:xfrm>
          <a:prstGeom prst="rect">
            <a:avLst/>
          </a:prstGeom>
          <a:noFill/>
          <a:ln>
            <a:noFill/>
          </a:ln>
        </p:spPr>
        <p:txBody>
          <a:bodyPr anchor="b"/>
          <a:lstStyle>
            <a:lvl1pPr algn="ctr">
              <a:defRPr sz="6000" b="1">
                <a:solidFill>
                  <a:srgbClr val="C00000"/>
                </a:solidFill>
                <a:latin typeface="+mn-lt"/>
              </a:defRPr>
            </a:lvl1pPr>
          </a:lstStyle>
          <a:p>
            <a:r>
              <a:rPr lang="en-US" dirty="0" err="1"/>
              <a:t>Chương</a:t>
            </a:r>
            <a:r>
              <a:rPr lang="en-US" dirty="0"/>
              <a:t> 1</a:t>
            </a:r>
          </a:p>
        </p:txBody>
      </p:sp>
      <p:sp>
        <p:nvSpPr>
          <p:cNvPr id="6" name="Chỗ dành sẵn cho Số hiệu Bản chiếu 5">
            <a:extLst>
              <a:ext uri="{FF2B5EF4-FFF2-40B4-BE49-F238E27FC236}">
                <a16:creationId xmlns:a16="http://schemas.microsoft.com/office/drawing/2014/main" id="{76BD6364-8A38-47F2-8CC9-7E75488FC302}"/>
              </a:ext>
            </a:extLst>
          </p:cNvPr>
          <p:cNvSpPr>
            <a:spLocks noGrp="1"/>
          </p:cNvSpPr>
          <p:nvPr>
            <p:ph type="sldNum" sz="quarter" idx="12"/>
          </p:nvPr>
        </p:nvSpPr>
        <p:spPr>
          <a:xfrm>
            <a:off x="8963025" y="6356349"/>
            <a:ext cx="2743200" cy="365125"/>
          </a:xfrm>
          <a:prstGeom prst="rect">
            <a:avLst/>
          </a:prstGeom>
        </p:spPr>
        <p:txBody>
          <a:bodyPr/>
          <a:lstStyle/>
          <a:p>
            <a:fld id="{699FF8BC-04BA-47A9-907C-07366443E216}" type="slidenum">
              <a:rPr lang="en-US" smtClean="0"/>
              <a:t>‹#›</a:t>
            </a:fld>
            <a:endParaRPr lang="en-US"/>
          </a:p>
        </p:txBody>
      </p:sp>
      <p:graphicFrame>
        <p:nvGraphicFramePr>
          <p:cNvPr id="3" name="Bảng 4">
            <a:extLst>
              <a:ext uri="{FF2B5EF4-FFF2-40B4-BE49-F238E27FC236}">
                <a16:creationId xmlns:a16="http://schemas.microsoft.com/office/drawing/2014/main" id="{C3A53F34-7F05-4D86-BA99-9731333F7624}"/>
              </a:ext>
            </a:extLst>
          </p:cNvPr>
          <p:cNvGraphicFramePr>
            <a:graphicFrameLocks noGrp="1"/>
          </p:cNvGraphicFramePr>
          <p:nvPr>
            <p:extLst>
              <p:ext uri="{D42A27DB-BD31-4B8C-83A1-F6EECF244321}">
                <p14:modId xmlns:p14="http://schemas.microsoft.com/office/powerpoint/2010/main" val="3458219167"/>
              </p:ext>
            </p:extLst>
          </p:nvPr>
        </p:nvGraphicFramePr>
        <p:xfrm>
          <a:off x="4520629" y="5669132"/>
          <a:ext cx="4263776" cy="1188720"/>
        </p:xfrm>
        <a:graphic>
          <a:graphicData uri="http://schemas.openxmlformats.org/drawingml/2006/table">
            <a:tbl>
              <a:tblPr firstRow="1" bandRow="1">
                <a:tableStyleId>{5C22544A-7EE6-4342-B048-85BDC9FD1C3A}</a:tableStyleId>
              </a:tblPr>
              <a:tblGrid>
                <a:gridCol w="1294544">
                  <a:extLst>
                    <a:ext uri="{9D8B030D-6E8A-4147-A177-3AD203B41FA5}">
                      <a16:colId xmlns:a16="http://schemas.microsoft.com/office/drawing/2014/main" val="1606017521"/>
                    </a:ext>
                  </a:extLst>
                </a:gridCol>
                <a:gridCol w="2969232">
                  <a:extLst>
                    <a:ext uri="{9D8B030D-6E8A-4147-A177-3AD203B41FA5}">
                      <a16:colId xmlns:a16="http://schemas.microsoft.com/office/drawing/2014/main" val="18379745"/>
                    </a:ext>
                  </a:extLst>
                </a:gridCol>
              </a:tblGrid>
              <a:tr h="370840">
                <a:tc>
                  <a:txBody>
                    <a:bodyPr/>
                    <a:lstStyle/>
                    <a:p>
                      <a:pPr algn="r"/>
                      <a:r>
                        <a:rPr lang="en-GB" sz="2000" dirty="0">
                          <a:solidFill>
                            <a:srgbClr val="073851"/>
                          </a:solidFill>
                        </a:rPr>
                        <a:t>Lecturer:</a:t>
                      </a:r>
                    </a:p>
                  </a:txBody>
                  <a:tcPr>
                    <a:noFill/>
                  </a:tcPr>
                </a:tc>
                <a:tc>
                  <a:txBody>
                    <a:bodyPr/>
                    <a:lstStyle/>
                    <a:p>
                      <a:r>
                        <a:rPr lang="en-GB" sz="2000" dirty="0">
                          <a:solidFill>
                            <a:srgbClr val="073851"/>
                          </a:solidFill>
                        </a:rPr>
                        <a:t>Nguyen Tuan Long, </a:t>
                      </a:r>
                      <a:r>
                        <a:rPr lang="en-GB" sz="2000" dirty="0" err="1">
                          <a:solidFill>
                            <a:srgbClr val="073851"/>
                          </a:solidFill>
                        </a:rPr>
                        <a:t>Phd</a:t>
                      </a:r>
                      <a:endParaRPr lang="en-US" sz="2000" dirty="0">
                        <a:solidFill>
                          <a:srgbClr val="073851"/>
                        </a:solidFill>
                      </a:endParaRPr>
                    </a:p>
                  </a:txBody>
                  <a:tcPr>
                    <a:noFill/>
                  </a:tcPr>
                </a:tc>
                <a:extLst>
                  <a:ext uri="{0D108BD9-81ED-4DB2-BD59-A6C34878D82A}">
                    <a16:rowId xmlns:a16="http://schemas.microsoft.com/office/drawing/2014/main" val="3559763518"/>
                  </a:ext>
                </a:extLst>
              </a:tr>
              <a:tr h="370840">
                <a:tc>
                  <a:txBody>
                    <a:bodyPr/>
                    <a:lstStyle/>
                    <a:p>
                      <a:pPr algn="r"/>
                      <a:r>
                        <a:rPr lang="en-GB" sz="2000" dirty="0">
                          <a:solidFill>
                            <a:srgbClr val="073851"/>
                          </a:solidFill>
                        </a:rPr>
                        <a:t>Email:</a:t>
                      </a:r>
                    </a:p>
                  </a:txBody>
                  <a:tcPr>
                    <a:noFill/>
                  </a:tcPr>
                </a:tc>
                <a:tc>
                  <a:txBody>
                    <a:bodyPr/>
                    <a:lstStyle/>
                    <a:p>
                      <a:r>
                        <a:rPr lang="en-GB" sz="2000" u="none" dirty="0">
                          <a:solidFill>
                            <a:srgbClr val="073851"/>
                          </a:solidFill>
                        </a:rPr>
                        <a:t>ntlong@neu.edu.vn</a:t>
                      </a:r>
                      <a:endParaRPr lang="en-US" sz="2000" u="none" dirty="0">
                        <a:solidFill>
                          <a:srgbClr val="073851"/>
                        </a:solidFill>
                      </a:endParaRPr>
                    </a:p>
                  </a:txBody>
                  <a:tcPr>
                    <a:noFill/>
                  </a:tcPr>
                </a:tc>
                <a:extLst>
                  <a:ext uri="{0D108BD9-81ED-4DB2-BD59-A6C34878D82A}">
                    <a16:rowId xmlns:a16="http://schemas.microsoft.com/office/drawing/2014/main" val="1816970586"/>
                  </a:ext>
                </a:extLst>
              </a:tr>
              <a:tr h="370840">
                <a:tc>
                  <a:txBody>
                    <a:bodyPr/>
                    <a:lstStyle/>
                    <a:p>
                      <a:pPr algn="r"/>
                      <a:r>
                        <a:rPr lang="en-GB" sz="2000" dirty="0">
                          <a:solidFill>
                            <a:srgbClr val="073851"/>
                          </a:solidFill>
                        </a:rPr>
                        <a:t>Mobile: </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solidFill>
                            <a:srgbClr val="073851"/>
                          </a:solidFill>
                        </a:rPr>
                        <a:t>0982 746 235</a:t>
                      </a:r>
                      <a:endParaRPr lang="en-US" sz="2000" dirty="0">
                        <a:solidFill>
                          <a:srgbClr val="073851"/>
                        </a:solidFill>
                      </a:endParaRPr>
                    </a:p>
                  </a:txBody>
                  <a:tcPr>
                    <a:noFill/>
                  </a:tcPr>
                </a:tc>
                <a:extLst>
                  <a:ext uri="{0D108BD9-81ED-4DB2-BD59-A6C34878D82A}">
                    <a16:rowId xmlns:a16="http://schemas.microsoft.com/office/drawing/2014/main" val="3200123550"/>
                  </a:ext>
                </a:extLst>
              </a:tr>
            </a:tbl>
          </a:graphicData>
        </a:graphic>
      </p:graphicFrame>
    </p:spTree>
    <p:extLst>
      <p:ext uri="{BB962C8B-B14F-4D97-AF65-F5344CB8AC3E}">
        <p14:creationId xmlns:p14="http://schemas.microsoft.com/office/powerpoint/2010/main" val="992599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êu đề và Nội dung">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7D79CAC4-BD1D-493F-9670-DB9780FBD848}"/>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14" name="Chỗ dành sẵn cho Tiêu đề 15">
            <a:extLst>
              <a:ext uri="{FF2B5EF4-FFF2-40B4-BE49-F238E27FC236}">
                <a16:creationId xmlns:a16="http://schemas.microsoft.com/office/drawing/2014/main" id="{C5D4EA16-6C89-4C02-AC2E-889ECB6245EA}"/>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5" name="Chỗ dành sẵn cho Số hiệu Bản chiếu 5">
            <a:extLst>
              <a:ext uri="{FF2B5EF4-FFF2-40B4-BE49-F238E27FC236}">
                <a16:creationId xmlns:a16="http://schemas.microsoft.com/office/drawing/2014/main" id="{1A753AF2-7088-4335-A9DF-7D3571F55689}"/>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699FF8BC-04BA-47A9-907C-07366443E216}" type="slidenum">
              <a:rPr lang="en-US" smtClean="0"/>
              <a:t>‹#›</a:t>
            </a:fld>
            <a:endParaRPr lang="en-US"/>
          </a:p>
        </p:txBody>
      </p:sp>
    </p:spTree>
    <p:extLst>
      <p:ext uri="{BB962C8B-B14F-4D97-AF65-F5344CB8AC3E}">
        <p14:creationId xmlns:p14="http://schemas.microsoft.com/office/powerpoint/2010/main" val="14084641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Đầu trang của Phần">
    <p:spTree>
      <p:nvGrpSpPr>
        <p:cNvPr id="1" name=""/>
        <p:cNvGrpSpPr/>
        <p:nvPr/>
      </p:nvGrpSpPr>
      <p:grpSpPr>
        <a:xfrm>
          <a:off x="0" y="0"/>
          <a:ext cx="0" cy="0"/>
          <a:chOff x="0" y="0"/>
          <a:chExt cx="0" cy="0"/>
        </a:xfrm>
      </p:grpSpPr>
      <p:sp>
        <p:nvSpPr>
          <p:cNvPr id="3" name="Chỗ dành sẵn cho Văn bản 2">
            <a:extLst>
              <a:ext uri="{FF2B5EF4-FFF2-40B4-BE49-F238E27FC236}">
                <a16:creationId xmlns:a16="http://schemas.microsoft.com/office/drawing/2014/main" id="{4576C3C8-CD46-4A0A-A291-66E107D3DDE7}"/>
              </a:ext>
            </a:extLst>
          </p:cNvPr>
          <p:cNvSpPr>
            <a:spLocks noGrp="1"/>
          </p:cNvSpPr>
          <p:nvPr>
            <p:ph type="body" idx="1"/>
          </p:nvPr>
        </p:nvSpPr>
        <p:spPr>
          <a:xfrm>
            <a:off x="590551" y="1724025"/>
            <a:ext cx="11115673" cy="4869655"/>
          </a:xfrm>
        </p:spPr>
        <p:txBody>
          <a:bodyPr/>
          <a:lstStyle>
            <a:lvl1pPr marL="0" indent="0">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5" name="Tiêu đề 4">
            <a:extLst>
              <a:ext uri="{FF2B5EF4-FFF2-40B4-BE49-F238E27FC236}">
                <a16:creationId xmlns:a16="http://schemas.microsoft.com/office/drawing/2014/main" id="{D5B955DD-411E-409E-B649-7E677DA4E5A6}"/>
              </a:ext>
            </a:extLst>
          </p:cNvPr>
          <p:cNvSpPr>
            <a:spLocks noGrp="1"/>
          </p:cNvSpPr>
          <p:nvPr>
            <p:ph type="title"/>
          </p:nvPr>
        </p:nvSpPr>
        <p:spPr/>
        <p:txBody>
          <a:bodyPr/>
          <a:lstStyle/>
          <a:p>
            <a:r>
              <a:rPr lang="vi-VN"/>
              <a:t>Bấm để sửa kiểu tiêu đề Bản cái</a:t>
            </a:r>
            <a:endParaRPr lang="en-US"/>
          </a:p>
        </p:txBody>
      </p:sp>
      <p:sp>
        <p:nvSpPr>
          <p:cNvPr id="7" name="Chỗ dành sẵn cho Văn bản 2">
            <a:extLst>
              <a:ext uri="{FF2B5EF4-FFF2-40B4-BE49-F238E27FC236}">
                <a16:creationId xmlns:a16="http://schemas.microsoft.com/office/drawing/2014/main" id="{0C3482B8-57BD-41F3-994D-13EBE07332E5}"/>
              </a:ext>
            </a:extLst>
          </p:cNvPr>
          <p:cNvSpPr>
            <a:spLocks noGrp="1"/>
          </p:cNvSpPr>
          <p:nvPr>
            <p:ph type="body" idx="10"/>
          </p:nvPr>
        </p:nvSpPr>
        <p:spPr>
          <a:xfrm>
            <a:off x="590551" y="923925"/>
            <a:ext cx="11115673" cy="544511"/>
          </a:xfrm>
        </p:spPr>
        <p:txBody>
          <a:bodyPr>
            <a:normAutofit/>
          </a:bodyPr>
          <a:lstStyle>
            <a:lvl1pPr marL="0" indent="0">
              <a:buNone/>
              <a:defRPr sz="30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9" name="Chỗ dành sẵn cho Số hiệu Bản chiếu 5">
            <a:extLst>
              <a:ext uri="{FF2B5EF4-FFF2-40B4-BE49-F238E27FC236}">
                <a16:creationId xmlns:a16="http://schemas.microsoft.com/office/drawing/2014/main" id="{41E8380C-3141-458C-85E1-AF63FCD6B68C}"/>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699FF8BC-04BA-47A9-907C-07366443E216}" type="slidenum">
              <a:rPr lang="en-US" smtClean="0"/>
              <a:t>‹#›</a:t>
            </a:fld>
            <a:endParaRPr lang="en-US"/>
          </a:p>
        </p:txBody>
      </p:sp>
    </p:spTree>
    <p:extLst>
      <p:ext uri="{BB962C8B-B14F-4D97-AF65-F5344CB8AC3E}">
        <p14:creationId xmlns:p14="http://schemas.microsoft.com/office/powerpoint/2010/main" val="2226298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Đầu trang của Phần">
    <p:spTree>
      <p:nvGrpSpPr>
        <p:cNvPr id="1" name=""/>
        <p:cNvGrpSpPr/>
        <p:nvPr/>
      </p:nvGrpSpPr>
      <p:grpSpPr>
        <a:xfrm>
          <a:off x="0" y="0"/>
          <a:ext cx="0" cy="0"/>
          <a:chOff x="0" y="0"/>
          <a:chExt cx="0" cy="0"/>
        </a:xfrm>
      </p:grpSpPr>
      <p:sp>
        <p:nvSpPr>
          <p:cNvPr id="3" name="Chỗ dành sẵn cho Văn bản 2">
            <a:extLst>
              <a:ext uri="{FF2B5EF4-FFF2-40B4-BE49-F238E27FC236}">
                <a16:creationId xmlns:a16="http://schemas.microsoft.com/office/drawing/2014/main" id="{4576C3C8-CD46-4A0A-A291-66E107D3DDE7}"/>
              </a:ext>
            </a:extLst>
          </p:cNvPr>
          <p:cNvSpPr>
            <a:spLocks noGrp="1"/>
          </p:cNvSpPr>
          <p:nvPr>
            <p:ph type="body" idx="1"/>
          </p:nvPr>
        </p:nvSpPr>
        <p:spPr>
          <a:xfrm>
            <a:off x="590551" y="1038225"/>
            <a:ext cx="11115673" cy="5555456"/>
          </a:xfrm>
        </p:spPr>
        <p:txBody>
          <a:bodyPr/>
          <a:lstStyle>
            <a:lvl1pPr marL="0" indent="0">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11" name="Chỗ dành sẵn cho Tiêu đề 15">
            <a:extLst>
              <a:ext uri="{FF2B5EF4-FFF2-40B4-BE49-F238E27FC236}">
                <a16:creationId xmlns:a16="http://schemas.microsoft.com/office/drawing/2014/main" id="{A4DFE80C-51A2-4D53-BB00-0A093E4EB4CE}"/>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6" name="Chỗ dành sẵn cho Số hiệu Bản chiếu 5">
            <a:extLst>
              <a:ext uri="{FF2B5EF4-FFF2-40B4-BE49-F238E27FC236}">
                <a16:creationId xmlns:a16="http://schemas.microsoft.com/office/drawing/2014/main" id="{82CB2949-DAD7-4EF0-A36A-3D810F97494D}"/>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699FF8BC-04BA-47A9-907C-07366443E216}" type="slidenum">
              <a:rPr lang="en-US" smtClean="0"/>
              <a:t>‹#›</a:t>
            </a:fld>
            <a:endParaRPr lang="en-US"/>
          </a:p>
        </p:txBody>
      </p:sp>
    </p:spTree>
    <p:extLst>
      <p:ext uri="{BB962C8B-B14F-4D97-AF65-F5344CB8AC3E}">
        <p14:creationId xmlns:p14="http://schemas.microsoft.com/office/powerpoint/2010/main" val="5335984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Hai Nội dung">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61C08749-6395-4F32-9909-504B626F9956}"/>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hỗ dành sẵn cho Nội dung 3">
            <a:extLst>
              <a:ext uri="{FF2B5EF4-FFF2-40B4-BE49-F238E27FC236}">
                <a16:creationId xmlns:a16="http://schemas.microsoft.com/office/drawing/2014/main" id="{EDA9BA27-EBFC-4DA7-855F-C3A3C9C28FEE}"/>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9" name="Chỗ dành sẵn cho Tiêu đề 15">
            <a:extLst>
              <a:ext uri="{FF2B5EF4-FFF2-40B4-BE49-F238E27FC236}">
                <a16:creationId xmlns:a16="http://schemas.microsoft.com/office/drawing/2014/main" id="{A4240B7C-DEC9-4DDB-B763-5AB7F5A1BD87}"/>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7" name="Chỗ dành sẵn cho Số hiệu Bản chiếu 5">
            <a:extLst>
              <a:ext uri="{FF2B5EF4-FFF2-40B4-BE49-F238E27FC236}">
                <a16:creationId xmlns:a16="http://schemas.microsoft.com/office/drawing/2014/main" id="{7D073651-FED7-4F7C-88AF-2DD7D2DDA14C}"/>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699FF8BC-04BA-47A9-907C-07366443E216}" type="slidenum">
              <a:rPr lang="en-US" smtClean="0"/>
              <a:t>‹#›</a:t>
            </a:fld>
            <a:endParaRPr lang="en-US"/>
          </a:p>
        </p:txBody>
      </p:sp>
    </p:spTree>
    <p:extLst>
      <p:ext uri="{BB962C8B-B14F-4D97-AF65-F5344CB8AC3E}">
        <p14:creationId xmlns:p14="http://schemas.microsoft.com/office/powerpoint/2010/main" val="7648610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hép so sánh">
    <p:spTree>
      <p:nvGrpSpPr>
        <p:cNvPr id="1" name=""/>
        <p:cNvGrpSpPr/>
        <p:nvPr/>
      </p:nvGrpSpPr>
      <p:grpSpPr>
        <a:xfrm>
          <a:off x="0" y="0"/>
          <a:ext cx="0" cy="0"/>
          <a:chOff x="0" y="0"/>
          <a:chExt cx="0" cy="0"/>
        </a:xfrm>
      </p:grpSpPr>
      <p:sp>
        <p:nvSpPr>
          <p:cNvPr id="3" name="Chỗ dành sẵn cho Văn bản 2">
            <a:extLst>
              <a:ext uri="{FF2B5EF4-FFF2-40B4-BE49-F238E27FC236}">
                <a16:creationId xmlns:a16="http://schemas.microsoft.com/office/drawing/2014/main" id="{FDF733FB-4A07-482D-957A-36B5991F4B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CDFCA923-F333-44FD-B677-F893ED5F5D1E}"/>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51F21074-7ED6-4120-B663-B57A489EDB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1B3584CC-EAB2-4543-9928-8D205793339D}"/>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3" name="Chỗ dành sẵn cho Tiêu đề 15">
            <a:extLst>
              <a:ext uri="{FF2B5EF4-FFF2-40B4-BE49-F238E27FC236}">
                <a16:creationId xmlns:a16="http://schemas.microsoft.com/office/drawing/2014/main" id="{E7D3FFCC-3F64-4A93-B16C-988199E7DA19}"/>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8" name="Chỗ dành sẵn cho Số hiệu Bản chiếu 5">
            <a:extLst>
              <a:ext uri="{FF2B5EF4-FFF2-40B4-BE49-F238E27FC236}">
                <a16:creationId xmlns:a16="http://schemas.microsoft.com/office/drawing/2014/main" id="{BBEF97C9-4C16-4414-8805-A1E1438B0E0D}"/>
              </a:ext>
            </a:extLst>
          </p:cNvPr>
          <p:cNvSpPr>
            <a:spLocks noGrp="1"/>
          </p:cNvSpPr>
          <p:nvPr>
            <p:ph type="sldNum" sz="quarter" idx="10"/>
          </p:nvPr>
        </p:nvSpPr>
        <p:spPr>
          <a:xfrm>
            <a:off x="11687175" y="264320"/>
            <a:ext cx="2743200" cy="531018"/>
          </a:xfrm>
          <a:prstGeom prst="rect">
            <a:avLst/>
          </a:prstGeom>
        </p:spPr>
        <p:txBody>
          <a:bodyPr/>
          <a:lstStyle>
            <a:lvl1pPr>
              <a:defRPr sz="2400" b="1">
                <a:solidFill>
                  <a:srgbClr val="4A7DA7"/>
                </a:solidFill>
              </a:defRPr>
            </a:lvl1pPr>
          </a:lstStyle>
          <a:p>
            <a:fld id="{699FF8BC-04BA-47A9-907C-07366443E216}" type="slidenum">
              <a:rPr lang="en-US" smtClean="0"/>
              <a:t>‹#›</a:t>
            </a:fld>
            <a:endParaRPr lang="en-US"/>
          </a:p>
        </p:txBody>
      </p:sp>
    </p:spTree>
    <p:extLst>
      <p:ext uri="{BB962C8B-B14F-4D97-AF65-F5344CB8AC3E}">
        <p14:creationId xmlns:p14="http://schemas.microsoft.com/office/powerpoint/2010/main" val="24772459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hỉ Tiêu đề">
    <p:spTree>
      <p:nvGrpSpPr>
        <p:cNvPr id="1" name=""/>
        <p:cNvGrpSpPr/>
        <p:nvPr/>
      </p:nvGrpSpPr>
      <p:grpSpPr>
        <a:xfrm>
          <a:off x="0" y="0"/>
          <a:ext cx="0" cy="0"/>
          <a:chOff x="0" y="0"/>
          <a:chExt cx="0" cy="0"/>
        </a:xfrm>
      </p:grpSpPr>
      <p:sp>
        <p:nvSpPr>
          <p:cNvPr id="3" name="Chỗ dành sẵn cho Ngày tháng 2">
            <a:extLst>
              <a:ext uri="{FF2B5EF4-FFF2-40B4-BE49-F238E27FC236}">
                <a16:creationId xmlns:a16="http://schemas.microsoft.com/office/drawing/2014/main" id="{FC8EBD9F-9141-4A98-93F5-C6A5F27B9B5E}"/>
              </a:ext>
            </a:extLst>
          </p:cNvPr>
          <p:cNvSpPr>
            <a:spLocks noGrp="1"/>
          </p:cNvSpPr>
          <p:nvPr>
            <p:ph type="dt" sz="half" idx="10"/>
          </p:nvPr>
        </p:nvSpPr>
        <p:spPr>
          <a:xfrm>
            <a:off x="590551" y="6356349"/>
            <a:ext cx="2743200" cy="365125"/>
          </a:xfrm>
          <a:prstGeom prst="rect">
            <a:avLst/>
          </a:prstGeom>
        </p:spPr>
        <p:txBody>
          <a:bodyPr/>
          <a:lstStyle/>
          <a:p>
            <a:endParaRPr lang="en-US"/>
          </a:p>
        </p:txBody>
      </p:sp>
      <p:sp>
        <p:nvSpPr>
          <p:cNvPr id="4" name="Chỗ dành sẵn cho Chân trang 3">
            <a:extLst>
              <a:ext uri="{FF2B5EF4-FFF2-40B4-BE49-F238E27FC236}">
                <a16:creationId xmlns:a16="http://schemas.microsoft.com/office/drawing/2014/main" id="{F3055541-60E9-46E8-AE8C-2C677C137B0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Chỗ dành sẵn cho Số hiệu Bản chiếu 4">
            <a:extLst>
              <a:ext uri="{FF2B5EF4-FFF2-40B4-BE49-F238E27FC236}">
                <a16:creationId xmlns:a16="http://schemas.microsoft.com/office/drawing/2014/main" id="{3706B3D0-83CF-40FA-8319-7C75EFD0BE5A}"/>
              </a:ext>
            </a:extLst>
          </p:cNvPr>
          <p:cNvSpPr>
            <a:spLocks noGrp="1"/>
          </p:cNvSpPr>
          <p:nvPr>
            <p:ph type="sldNum" sz="quarter" idx="12"/>
          </p:nvPr>
        </p:nvSpPr>
        <p:spPr>
          <a:xfrm>
            <a:off x="8963025" y="6356349"/>
            <a:ext cx="2743200" cy="365125"/>
          </a:xfrm>
          <a:prstGeom prst="rect">
            <a:avLst/>
          </a:prstGeom>
        </p:spPr>
        <p:txBody>
          <a:bodyPr/>
          <a:lstStyle/>
          <a:p>
            <a:fld id="{699FF8BC-04BA-47A9-907C-07366443E216}" type="slidenum">
              <a:rPr lang="en-US" smtClean="0"/>
              <a:t>‹#›</a:t>
            </a:fld>
            <a:endParaRPr lang="en-US"/>
          </a:p>
        </p:txBody>
      </p:sp>
      <p:sp>
        <p:nvSpPr>
          <p:cNvPr id="7" name="Chỗ dành sẵn cho Tiêu đề 15">
            <a:extLst>
              <a:ext uri="{FF2B5EF4-FFF2-40B4-BE49-F238E27FC236}">
                <a16:creationId xmlns:a16="http://schemas.microsoft.com/office/drawing/2014/main" id="{DA8687FF-FC60-4275-9DE1-BF2E039DF62A}"/>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8" name="Chỗ dành sẵn cho Số hiệu Bản chiếu 5">
            <a:extLst>
              <a:ext uri="{FF2B5EF4-FFF2-40B4-BE49-F238E27FC236}">
                <a16:creationId xmlns:a16="http://schemas.microsoft.com/office/drawing/2014/main" id="{84326D3A-EBD9-4FF7-B239-D7972914C046}"/>
              </a:ext>
            </a:extLst>
          </p:cNvPr>
          <p:cNvSpPr txBox="1">
            <a:spLocks/>
          </p:cNvSpPr>
          <p:nvPr/>
        </p:nvSpPr>
        <p:spPr>
          <a:xfrm>
            <a:off x="11687175" y="264320"/>
            <a:ext cx="2743200" cy="531018"/>
          </a:xfrm>
          <a:prstGeom prst="rect">
            <a:avLst/>
          </a:prstGeom>
        </p:spPr>
        <p:txBody>
          <a:bodyPr/>
          <a:lstStyle>
            <a:defPPr>
              <a:defRPr lang="en-US"/>
            </a:defPPr>
            <a:lvl1pPr marL="0" algn="l" defTabSz="914400" rtl="0" eaLnBrk="1" latinLnBrk="0" hangingPunct="1">
              <a:defRPr sz="2400" b="1" kern="1200">
                <a:solidFill>
                  <a:srgbClr val="4A7DA7"/>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450C42-9A0B-4425-92C2-70FCF7C45734}" type="slidenum">
              <a:rPr lang="en-US" smtClean="0"/>
              <a:pPr/>
              <a:t>‹#›</a:t>
            </a:fld>
            <a:endParaRPr lang="en-US" dirty="0"/>
          </a:p>
        </p:txBody>
      </p:sp>
    </p:spTree>
    <p:extLst>
      <p:ext uri="{BB962C8B-B14F-4D97-AF65-F5344CB8AC3E}">
        <p14:creationId xmlns:p14="http://schemas.microsoft.com/office/powerpoint/2010/main" val="17098379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rống">
    <p:spTree>
      <p:nvGrpSpPr>
        <p:cNvPr id="1" name=""/>
        <p:cNvGrpSpPr/>
        <p:nvPr/>
      </p:nvGrpSpPr>
      <p:grpSpPr>
        <a:xfrm>
          <a:off x="0" y="0"/>
          <a:ext cx="0" cy="0"/>
          <a:chOff x="0" y="0"/>
          <a:chExt cx="0" cy="0"/>
        </a:xfrm>
      </p:grpSpPr>
      <p:sp>
        <p:nvSpPr>
          <p:cNvPr id="3" name="Chỗ dành sẵn cho Số hiệu Bản chiếu 5">
            <a:extLst>
              <a:ext uri="{FF2B5EF4-FFF2-40B4-BE49-F238E27FC236}">
                <a16:creationId xmlns:a16="http://schemas.microsoft.com/office/drawing/2014/main" id="{96B4CDE5-9799-4BC2-9724-684452F32F99}"/>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699FF8BC-04BA-47A9-907C-07366443E216}" type="slidenum">
              <a:rPr lang="en-US" smtClean="0"/>
              <a:t>‹#›</a:t>
            </a:fld>
            <a:endParaRPr lang="en-US"/>
          </a:p>
        </p:txBody>
      </p:sp>
    </p:spTree>
    <p:extLst>
      <p:ext uri="{BB962C8B-B14F-4D97-AF65-F5344CB8AC3E}">
        <p14:creationId xmlns:p14="http://schemas.microsoft.com/office/powerpoint/2010/main" val="32225826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6619017-1111-4C1D-A0BB-8FC41C4D5211}"/>
              </a:ext>
            </a:extLst>
          </p:cNvPr>
          <p:cNvSpPr>
            <a:spLocks noGrp="1"/>
          </p:cNvSpPr>
          <p:nvPr>
            <p:ph type="title"/>
          </p:nvPr>
        </p:nvSpPr>
        <p:spPr>
          <a:xfrm>
            <a:off x="839788" y="987425"/>
            <a:ext cx="3932237" cy="1600200"/>
          </a:xfrm>
          <a:prstGeom prst="rect">
            <a:avLst/>
          </a:prstGeom>
        </p:spPr>
        <p:txBody>
          <a:bodyPr anchor="b"/>
          <a:lstStyle>
            <a:lvl1pPr>
              <a:defRPr sz="3200"/>
            </a:lvl1pPr>
          </a:lstStyle>
          <a:p>
            <a:r>
              <a:rPr lang="vi-VN"/>
              <a:t>Bấm để sửa kiểu tiêu đề Bản cái</a:t>
            </a:r>
            <a:endParaRPr lang="en-US" dirty="0"/>
          </a:p>
        </p:txBody>
      </p:sp>
      <p:sp>
        <p:nvSpPr>
          <p:cNvPr id="3" name="Chỗ dành sẵn cho Nội dung 2">
            <a:extLst>
              <a:ext uri="{FF2B5EF4-FFF2-40B4-BE49-F238E27FC236}">
                <a16:creationId xmlns:a16="http://schemas.microsoft.com/office/drawing/2014/main" id="{2F2B9E11-C1BC-40CF-847A-2AF258FFB8BF}"/>
              </a:ext>
            </a:extLst>
          </p:cNvPr>
          <p:cNvSpPr>
            <a:spLocks noGrp="1"/>
          </p:cNvSpPr>
          <p:nvPr>
            <p:ph idx="1"/>
          </p:nvPr>
        </p:nvSpPr>
        <p:spPr>
          <a:xfrm>
            <a:off x="5183188" y="987425"/>
            <a:ext cx="6172200" cy="54895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77DE9469-C9A2-48BC-A700-3C80BAE31CA9}"/>
              </a:ext>
            </a:extLst>
          </p:cNvPr>
          <p:cNvSpPr>
            <a:spLocks noGrp="1"/>
          </p:cNvSpPr>
          <p:nvPr>
            <p:ph type="body" sz="half" idx="2"/>
          </p:nvPr>
        </p:nvSpPr>
        <p:spPr>
          <a:xfrm>
            <a:off x="839788" y="2619374"/>
            <a:ext cx="3932237" cy="38576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Tree>
    <p:extLst>
      <p:ext uri="{BB962C8B-B14F-4D97-AF65-F5344CB8AC3E}">
        <p14:creationId xmlns:p14="http://schemas.microsoft.com/office/powerpoint/2010/main" val="22769859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810F1D3-C0D9-4502-8431-20C282314F59}"/>
              </a:ext>
            </a:extLst>
          </p:cNvPr>
          <p:cNvSpPr>
            <a:spLocks noGrp="1"/>
          </p:cNvSpPr>
          <p:nvPr>
            <p:ph type="title"/>
          </p:nvPr>
        </p:nvSpPr>
        <p:spPr>
          <a:xfrm>
            <a:off x="839788" y="933450"/>
            <a:ext cx="3932237" cy="1600200"/>
          </a:xfrm>
          <a:prstGeom prst="rect">
            <a:avLst/>
          </a:prstGeo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C7130C2E-C7DC-4748-A465-8CC54EDB210E}"/>
              </a:ext>
            </a:extLst>
          </p:cNvPr>
          <p:cNvSpPr>
            <a:spLocks noGrp="1"/>
          </p:cNvSpPr>
          <p:nvPr>
            <p:ph type="pic" idx="1"/>
          </p:nvPr>
        </p:nvSpPr>
        <p:spPr>
          <a:xfrm>
            <a:off x="5183188" y="146367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vi-VN"/>
              <a:t>Bấm biểu tượng để thêm hình ảnh</a:t>
            </a:r>
            <a:endParaRPr lang="en-US"/>
          </a:p>
        </p:txBody>
      </p:sp>
      <p:sp>
        <p:nvSpPr>
          <p:cNvPr id="4" name="Chỗ dành sẵn cho Văn bản 3">
            <a:extLst>
              <a:ext uri="{FF2B5EF4-FFF2-40B4-BE49-F238E27FC236}">
                <a16:creationId xmlns:a16="http://schemas.microsoft.com/office/drawing/2014/main" id="{5913A196-18A1-4347-A2E4-52F9870001B6}"/>
              </a:ext>
            </a:extLst>
          </p:cNvPr>
          <p:cNvSpPr>
            <a:spLocks noGrp="1"/>
          </p:cNvSpPr>
          <p:nvPr>
            <p:ph type="body" sz="half" idx="2"/>
          </p:nvPr>
        </p:nvSpPr>
        <p:spPr>
          <a:xfrm>
            <a:off x="839788" y="253365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8" name="Chỗ dành sẵn cho Tiêu đề 15">
            <a:extLst>
              <a:ext uri="{FF2B5EF4-FFF2-40B4-BE49-F238E27FC236}">
                <a16:creationId xmlns:a16="http://schemas.microsoft.com/office/drawing/2014/main" id="{9D445EDB-5AF8-4613-86A4-2D424B5ED174}"/>
              </a:ext>
            </a:extLst>
          </p:cNvPr>
          <p:cNvSpPr txBox="1">
            <a:spLocks/>
          </p:cNvSpPr>
          <p:nvPr/>
        </p:nvSpPr>
        <p:spPr>
          <a:xfrm>
            <a:off x="904875" y="264319"/>
            <a:ext cx="10868025" cy="544511"/>
          </a:xfrm>
          <a:prstGeom prst="rect">
            <a:avLst/>
          </a:prstGeom>
          <a:noFill/>
          <a:ln>
            <a:noFill/>
          </a:ln>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r>
              <a:rPr lang="vi-VN"/>
              <a:t>Bấm để sửa kiểu tiêu đề Bản cái</a:t>
            </a:r>
            <a:endParaRPr lang="en-US" dirty="0"/>
          </a:p>
        </p:txBody>
      </p:sp>
    </p:spTree>
    <p:extLst>
      <p:ext uri="{BB962C8B-B14F-4D97-AF65-F5344CB8AC3E}">
        <p14:creationId xmlns:p14="http://schemas.microsoft.com/office/powerpoint/2010/main" val="13144187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203053E-6876-4C94-B9D4-C63ADE8AE00E}"/>
              </a:ext>
            </a:extLst>
          </p:cNvPr>
          <p:cNvSpPr>
            <a:spLocks noGrp="1"/>
          </p:cNvSpPr>
          <p:nvPr>
            <p:ph type="title"/>
          </p:nvPr>
        </p:nvSpPr>
        <p:spPr>
          <a:xfrm>
            <a:off x="600072" y="266700"/>
            <a:ext cx="11591928" cy="590550"/>
          </a:xfrm>
          <a:prstGeom prst="rect">
            <a:avLst/>
          </a:prstGeom>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D11AB80D-1369-472E-9456-2AC4E280D897}"/>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80E41F29-71EC-4FD1-A650-C3C3F4B92FE7}"/>
              </a:ext>
            </a:extLst>
          </p:cNvPr>
          <p:cNvSpPr>
            <a:spLocks noGrp="1"/>
          </p:cNvSpPr>
          <p:nvPr>
            <p:ph type="dt" sz="half" idx="10"/>
          </p:nvPr>
        </p:nvSpPr>
        <p:spPr>
          <a:xfrm>
            <a:off x="590551" y="6356349"/>
            <a:ext cx="2743200" cy="365125"/>
          </a:xfrm>
          <a:prstGeom prst="rect">
            <a:avLst/>
          </a:prstGeom>
        </p:spPr>
        <p:txBody>
          <a:bodyPr/>
          <a:lstStyle/>
          <a:p>
            <a:endParaRPr lang="en-US"/>
          </a:p>
        </p:txBody>
      </p:sp>
      <p:sp>
        <p:nvSpPr>
          <p:cNvPr id="5" name="Chỗ dành sẵn cho Chân trang 4">
            <a:extLst>
              <a:ext uri="{FF2B5EF4-FFF2-40B4-BE49-F238E27FC236}">
                <a16:creationId xmlns:a16="http://schemas.microsoft.com/office/drawing/2014/main" id="{A7EE4063-C779-43AE-B180-0B589967AB5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Chỗ dành sẵn cho Số hiệu Bản chiếu 5">
            <a:extLst>
              <a:ext uri="{FF2B5EF4-FFF2-40B4-BE49-F238E27FC236}">
                <a16:creationId xmlns:a16="http://schemas.microsoft.com/office/drawing/2014/main" id="{A603DAAA-9F16-4D99-AE16-1A3C484BFE1C}"/>
              </a:ext>
            </a:extLst>
          </p:cNvPr>
          <p:cNvSpPr>
            <a:spLocks noGrp="1"/>
          </p:cNvSpPr>
          <p:nvPr>
            <p:ph type="sldNum" sz="quarter" idx="12"/>
          </p:nvPr>
        </p:nvSpPr>
        <p:spPr>
          <a:xfrm>
            <a:off x="8963025" y="6356349"/>
            <a:ext cx="2743200" cy="365125"/>
          </a:xfrm>
          <a:prstGeom prst="rect">
            <a:avLst/>
          </a:prstGeom>
        </p:spPr>
        <p:txBody>
          <a:bodyPr/>
          <a:lstStyle/>
          <a:p>
            <a:fld id="{699FF8BC-04BA-47A9-907C-07366443E216}" type="slidenum">
              <a:rPr lang="en-US" smtClean="0"/>
              <a:t>‹#›</a:t>
            </a:fld>
            <a:endParaRPr lang="en-US"/>
          </a:p>
        </p:txBody>
      </p:sp>
    </p:spTree>
    <p:extLst>
      <p:ext uri="{BB962C8B-B14F-4D97-AF65-F5344CB8AC3E}">
        <p14:creationId xmlns:p14="http://schemas.microsoft.com/office/powerpoint/2010/main" val="33524356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13ACFB89-F34F-4DE2-AD73-8035347E6E4F}"/>
              </a:ext>
            </a:extLst>
          </p:cNvPr>
          <p:cNvSpPr>
            <a:spLocks noGrp="1"/>
          </p:cNvSpPr>
          <p:nvPr>
            <p:ph type="title" orient="vert"/>
          </p:nvPr>
        </p:nvSpPr>
        <p:spPr>
          <a:xfrm>
            <a:off x="8724900" y="365125"/>
            <a:ext cx="2628900" cy="5811838"/>
          </a:xfrm>
          <a:prstGeom prst="rect">
            <a:avLst/>
          </a:prstGeo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E20322DA-7651-402A-A0BB-0D6C40A30127}"/>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A175ABC3-1626-4FAD-B97E-0B3BCD6E9B76}"/>
              </a:ext>
            </a:extLst>
          </p:cNvPr>
          <p:cNvSpPr>
            <a:spLocks noGrp="1"/>
          </p:cNvSpPr>
          <p:nvPr>
            <p:ph type="dt" sz="half" idx="10"/>
          </p:nvPr>
        </p:nvSpPr>
        <p:spPr>
          <a:xfrm>
            <a:off x="590551" y="6356349"/>
            <a:ext cx="2743200" cy="365125"/>
          </a:xfrm>
          <a:prstGeom prst="rect">
            <a:avLst/>
          </a:prstGeom>
        </p:spPr>
        <p:txBody>
          <a:bodyPr/>
          <a:lstStyle/>
          <a:p>
            <a:endParaRPr lang="en-US"/>
          </a:p>
        </p:txBody>
      </p:sp>
      <p:sp>
        <p:nvSpPr>
          <p:cNvPr id="5" name="Chỗ dành sẵn cho Chân trang 4">
            <a:extLst>
              <a:ext uri="{FF2B5EF4-FFF2-40B4-BE49-F238E27FC236}">
                <a16:creationId xmlns:a16="http://schemas.microsoft.com/office/drawing/2014/main" id="{5B29AA6F-48EE-4DD5-8B29-D70DAAFB0B8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Chỗ dành sẵn cho Số hiệu Bản chiếu 5">
            <a:extLst>
              <a:ext uri="{FF2B5EF4-FFF2-40B4-BE49-F238E27FC236}">
                <a16:creationId xmlns:a16="http://schemas.microsoft.com/office/drawing/2014/main" id="{D6FEAF35-F2CF-4425-A551-79F0C8380DDF}"/>
              </a:ext>
            </a:extLst>
          </p:cNvPr>
          <p:cNvSpPr>
            <a:spLocks noGrp="1"/>
          </p:cNvSpPr>
          <p:nvPr>
            <p:ph type="sldNum" sz="quarter" idx="12"/>
          </p:nvPr>
        </p:nvSpPr>
        <p:spPr>
          <a:xfrm>
            <a:off x="8963025" y="6356349"/>
            <a:ext cx="2743200" cy="365125"/>
          </a:xfrm>
          <a:prstGeom prst="rect">
            <a:avLst/>
          </a:prstGeom>
        </p:spPr>
        <p:txBody>
          <a:bodyPr/>
          <a:lstStyle/>
          <a:p>
            <a:fld id="{699FF8BC-04BA-47A9-907C-07366443E216}" type="slidenum">
              <a:rPr lang="en-US" smtClean="0"/>
              <a:t>‹#›</a:t>
            </a:fld>
            <a:endParaRPr lang="en-US"/>
          </a:p>
        </p:txBody>
      </p:sp>
    </p:spTree>
    <p:extLst>
      <p:ext uri="{BB962C8B-B14F-4D97-AF65-F5344CB8AC3E}">
        <p14:creationId xmlns:p14="http://schemas.microsoft.com/office/powerpoint/2010/main" val="2172018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s://en.wikiversity.org/wiki/Python"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hyperlink" Target="https://en.wikiversity.org/wiki/Python" TargetMode="Externa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Hình ảnh 8" descr="Ảnh có chứa sáng, ký hiệu&#10;&#10;Mô tả được tạo tự động">
            <a:extLst>
              <a:ext uri="{FF2B5EF4-FFF2-40B4-BE49-F238E27FC236}">
                <a16:creationId xmlns:a16="http://schemas.microsoft.com/office/drawing/2014/main" id="{81F2C0AD-F747-4695-8A50-2948916B9C76}"/>
              </a:ext>
            </a:extLst>
          </p:cNvPr>
          <p:cNvPicPr>
            <a:picLocks noChangeAspect="1"/>
          </p:cNvPicPr>
          <p:nvPr/>
        </p:nvPicPr>
        <p:blipFill>
          <a:blip r:embed="rId14">
            <a:extLst>
              <a:ext uri="{28A0092B-C50C-407E-A947-70E740481C1C}">
                <a14:useLocalDpi xmlns:a14="http://schemas.microsoft.com/office/drawing/2010/main" val="0"/>
              </a:ext>
              <a:ext uri="{837473B0-CC2E-450A-ABE3-18F120FF3D39}">
                <a1611:picAttrSrcUrl xmlns:a1611="http://schemas.microsoft.com/office/drawing/2016/11/main" r:id="rId15"/>
              </a:ext>
            </a:extLst>
          </a:blip>
          <a:stretch>
            <a:fillRect/>
          </a:stretch>
        </p:blipFill>
        <p:spPr>
          <a:xfrm>
            <a:off x="-57150" y="12701"/>
            <a:ext cx="962025" cy="962025"/>
          </a:xfrm>
          <a:prstGeom prst="rect">
            <a:avLst/>
          </a:prstGeom>
        </p:spPr>
      </p:pic>
      <p:sp>
        <p:nvSpPr>
          <p:cNvPr id="3" name="Chỗ dành sẵn cho Văn bản 2">
            <a:extLst>
              <a:ext uri="{FF2B5EF4-FFF2-40B4-BE49-F238E27FC236}">
                <a16:creationId xmlns:a16="http://schemas.microsoft.com/office/drawing/2014/main" id="{8B668D68-D984-48C7-B9B2-9B352F482FC9}"/>
              </a:ext>
            </a:extLst>
          </p:cNvPr>
          <p:cNvSpPr>
            <a:spLocks noGrp="1"/>
          </p:cNvSpPr>
          <p:nvPr>
            <p:ph type="body" idx="1"/>
          </p:nvPr>
        </p:nvSpPr>
        <p:spPr>
          <a:xfrm>
            <a:off x="590551" y="974724"/>
            <a:ext cx="11115674" cy="5618957"/>
          </a:xfrm>
          <a:prstGeom prst="rect">
            <a:avLst/>
          </a:prstGeom>
        </p:spPr>
        <p:txBody>
          <a:bodyPr vert="horz" lIns="91440" tIns="45720" rIns="91440" bIns="45720" rtlCol="0">
            <a:normAutofit/>
          </a:bodyPr>
          <a:lstStyle/>
          <a:p>
            <a:pPr lvl="0"/>
            <a:r>
              <a:rPr lang="vi-VN" dirty="0" err="1"/>
              <a:t>Bấm</a:t>
            </a:r>
            <a:r>
              <a:rPr lang="vi-VN" dirty="0"/>
              <a:t> </a:t>
            </a:r>
            <a:r>
              <a:rPr lang="vi-VN" dirty="0" err="1"/>
              <a:t>để</a:t>
            </a:r>
            <a:r>
              <a:rPr lang="vi-VN" dirty="0"/>
              <a:t> </a:t>
            </a:r>
            <a:r>
              <a:rPr lang="vi-VN" dirty="0" err="1"/>
              <a:t>chỉnh</a:t>
            </a:r>
            <a:r>
              <a:rPr lang="vi-VN" dirty="0"/>
              <a:t> </a:t>
            </a:r>
            <a:r>
              <a:rPr lang="vi-VN" dirty="0" err="1"/>
              <a:t>sửa</a:t>
            </a:r>
            <a:r>
              <a:rPr lang="vi-VN" dirty="0"/>
              <a:t> </a:t>
            </a:r>
            <a:r>
              <a:rPr lang="vi-VN" dirty="0" err="1"/>
              <a:t>kiểu</a:t>
            </a:r>
            <a:r>
              <a:rPr lang="vi-VN" dirty="0"/>
              <a:t> văn </a:t>
            </a:r>
            <a:r>
              <a:rPr lang="vi-VN" dirty="0" err="1"/>
              <a:t>bản</a:t>
            </a:r>
            <a:r>
              <a:rPr lang="vi-VN" dirty="0"/>
              <a:t> </a:t>
            </a:r>
            <a:r>
              <a:rPr lang="vi-VN" dirty="0" err="1"/>
              <a:t>của</a:t>
            </a:r>
            <a:r>
              <a:rPr lang="vi-VN" dirty="0"/>
              <a:t> </a:t>
            </a:r>
            <a:r>
              <a:rPr lang="vi-VN" dirty="0" err="1"/>
              <a:t>Bản</a:t>
            </a:r>
            <a:r>
              <a:rPr lang="vi-VN" dirty="0"/>
              <a:t> </a:t>
            </a:r>
            <a:r>
              <a:rPr lang="vi-VN" dirty="0" err="1"/>
              <a:t>cái</a:t>
            </a:r>
            <a:endParaRPr lang="vi-VN" dirty="0"/>
          </a:p>
          <a:p>
            <a:pPr lvl="1"/>
            <a:r>
              <a:rPr lang="vi-VN" dirty="0" err="1"/>
              <a:t>Mức</a:t>
            </a:r>
            <a:r>
              <a:rPr lang="vi-VN" dirty="0"/>
              <a:t> hai</a:t>
            </a:r>
          </a:p>
          <a:p>
            <a:pPr lvl="2"/>
            <a:r>
              <a:rPr lang="vi-VN" dirty="0" err="1"/>
              <a:t>Mức</a:t>
            </a:r>
            <a:r>
              <a:rPr lang="vi-VN" dirty="0"/>
              <a:t> ba</a:t>
            </a:r>
          </a:p>
          <a:p>
            <a:pPr lvl="3"/>
            <a:r>
              <a:rPr lang="vi-VN" dirty="0" err="1"/>
              <a:t>Mức</a:t>
            </a:r>
            <a:r>
              <a:rPr lang="vi-VN" dirty="0"/>
              <a:t> </a:t>
            </a:r>
            <a:r>
              <a:rPr lang="vi-VN" dirty="0" err="1"/>
              <a:t>bốn</a:t>
            </a:r>
            <a:endParaRPr lang="vi-VN" dirty="0"/>
          </a:p>
          <a:p>
            <a:pPr lvl="4"/>
            <a:r>
              <a:rPr lang="vi-VN" dirty="0" err="1"/>
              <a:t>Mức</a:t>
            </a:r>
            <a:r>
              <a:rPr lang="vi-VN" dirty="0"/>
              <a:t> năm</a:t>
            </a:r>
            <a:endParaRPr lang="en-US" dirty="0"/>
          </a:p>
        </p:txBody>
      </p:sp>
      <p:sp>
        <p:nvSpPr>
          <p:cNvPr id="17" name="Hình chữ nhật: Góc Tròn 16">
            <a:extLst>
              <a:ext uri="{FF2B5EF4-FFF2-40B4-BE49-F238E27FC236}">
                <a16:creationId xmlns:a16="http://schemas.microsoft.com/office/drawing/2014/main" id="{DD3D7CD2-5D2B-4E27-9F2A-19F6A5495757}"/>
              </a:ext>
            </a:extLst>
          </p:cNvPr>
          <p:cNvSpPr/>
          <p:nvPr/>
        </p:nvSpPr>
        <p:spPr>
          <a:xfrm>
            <a:off x="904875" y="228600"/>
            <a:ext cx="10801350" cy="566737"/>
          </a:xfrm>
          <a:prstGeom prst="roundRect">
            <a:avLst/>
          </a:prstGeom>
          <a:solidFill>
            <a:srgbClr val="4A7DA7"/>
          </a:solidFill>
          <a:ln>
            <a:solidFill>
              <a:srgbClr val="FFD3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hỗ dành sẵn cho Tiêu đề 15">
            <a:extLst>
              <a:ext uri="{FF2B5EF4-FFF2-40B4-BE49-F238E27FC236}">
                <a16:creationId xmlns:a16="http://schemas.microsoft.com/office/drawing/2014/main" id="{EB34A0E3-35F5-491B-9F45-728DF88316C0}"/>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dirty="0"/>
              <a:t>Bấm để sửa kiểu tiêu đề Bản cái</a:t>
            </a:r>
            <a:endParaRPr lang="en-US" dirty="0"/>
          </a:p>
        </p:txBody>
      </p:sp>
      <p:sp>
        <p:nvSpPr>
          <p:cNvPr id="7" name="Chỗ dành sẵn cho Số hiệu Bản chiếu 5">
            <a:extLst>
              <a:ext uri="{FF2B5EF4-FFF2-40B4-BE49-F238E27FC236}">
                <a16:creationId xmlns:a16="http://schemas.microsoft.com/office/drawing/2014/main" id="{F5355C64-AD85-4ED1-BD16-FA58530BC00A}"/>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4C8DC224-4589-4F63-9A47-BDC85642E9A5}" type="slidenum">
              <a:rPr lang="en-US" smtClean="0"/>
              <a:t>‹#›</a:t>
            </a:fld>
            <a:endParaRPr lang="en-US"/>
          </a:p>
        </p:txBody>
      </p:sp>
    </p:spTree>
    <p:extLst>
      <p:ext uri="{BB962C8B-B14F-4D97-AF65-F5344CB8AC3E}">
        <p14:creationId xmlns:p14="http://schemas.microsoft.com/office/powerpoint/2010/main" val="32441914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Hình ảnh 8" descr="Ảnh có chứa sáng, ký hiệu&#10;&#10;Mô tả được tạo tự động">
            <a:extLst>
              <a:ext uri="{FF2B5EF4-FFF2-40B4-BE49-F238E27FC236}">
                <a16:creationId xmlns:a16="http://schemas.microsoft.com/office/drawing/2014/main" id="{81F2C0AD-F747-4695-8A50-2948916B9C76}"/>
              </a:ext>
            </a:extLst>
          </p:cNvPr>
          <p:cNvPicPr>
            <a:picLocks noChangeAspect="1"/>
          </p:cNvPicPr>
          <p:nvPr/>
        </p:nvPicPr>
        <p:blipFill>
          <a:blip r:embed="rId14">
            <a:extLst>
              <a:ext uri="{28A0092B-C50C-407E-A947-70E740481C1C}">
                <a14:useLocalDpi xmlns:a14="http://schemas.microsoft.com/office/drawing/2010/main" val="0"/>
              </a:ext>
              <a:ext uri="{837473B0-CC2E-450A-ABE3-18F120FF3D39}">
                <a1611:picAttrSrcUrl xmlns:a1611="http://schemas.microsoft.com/office/drawing/2016/11/main" r:id="rId15"/>
              </a:ext>
            </a:extLst>
          </a:blip>
          <a:stretch>
            <a:fillRect/>
          </a:stretch>
        </p:blipFill>
        <p:spPr>
          <a:xfrm>
            <a:off x="-57150" y="12701"/>
            <a:ext cx="962025" cy="962025"/>
          </a:xfrm>
          <a:prstGeom prst="rect">
            <a:avLst/>
          </a:prstGeom>
        </p:spPr>
      </p:pic>
      <p:sp>
        <p:nvSpPr>
          <p:cNvPr id="3" name="Chỗ dành sẵn cho Văn bản 2">
            <a:extLst>
              <a:ext uri="{FF2B5EF4-FFF2-40B4-BE49-F238E27FC236}">
                <a16:creationId xmlns:a16="http://schemas.microsoft.com/office/drawing/2014/main" id="{8B668D68-D984-48C7-B9B2-9B352F482FC9}"/>
              </a:ext>
            </a:extLst>
          </p:cNvPr>
          <p:cNvSpPr>
            <a:spLocks noGrp="1"/>
          </p:cNvSpPr>
          <p:nvPr>
            <p:ph type="body" idx="1"/>
          </p:nvPr>
        </p:nvSpPr>
        <p:spPr>
          <a:xfrm>
            <a:off x="590551" y="974724"/>
            <a:ext cx="11115674" cy="5618957"/>
          </a:xfrm>
          <a:prstGeom prst="rect">
            <a:avLst/>
          </a:prstGeom>
        </p:spPr>
        <p:txBody>
          <a:bodyPr vert="horz" lIns="91440" tIns="45720" rIns="91440" bIns="45720" rtlCol="0">
            <a:normAutofit/>
          </a:bodyPr>
          <a:lstStyle/>
          <a:p>
            <a:pPr lvl="0"/>
            <a:r>
              <a:rPr lang="vi-VN" dirty="0" err="1"/>
              <a:t>Bấm</a:t>
            </a:r>
            <a:r>
              <a:rPr lang="vi-VN" dirty="0"/>
              <a:t> </a:t>
            </a:r>
            <a:r>
              <a:rPr lang="vi-VN" dirty="0" err="1"/>
              <a:t>để</a:t>
            </a:r>
            <a:r>
              <a:rPr lang="vi-VN" dirty="0"/>
              <a:t> </a:t>
            </a:r>
            <a:r>
              <a:rPr lang="vi-VN" dirty="0" err="1"/>
              <a:t>chỉnh</a:t>
            </a:r>
            <a:r>
              <a:rPr lang="vi-VN" dirty="0"/>
              <a:t> </a:t>
            </a:r>
            <a:r>
              <a:rPr lang="vi-VN" dirty="0" err="1"/>
              <a:t>sửa</a:t>
            </a:r>
            <a:r>
              <a:rPr lang="vi-VN" dirty="0"/>
              <a:t> </a:t>
            </a:r>
            <a:r>
              <a:rPr lang="vi-VN" dirty="0" err="1"/>
              <a:t>kiểu</a:t>
            </a:r>
            <a:r>
              <a:rPr lang="vi-VN" dirty="0"/>
              <a:t> văn </a:t>
            </a:r>
            <a:r>
              <a:rPr lang="vi-VN" dirty="0" err="1"/>
              <a:t>bản</a:t>
            </a:r>
            <a:r>
              <a:rPr lang="vi-VN" dirty="0"/>
              <a:t> </a:t>
            </a:r>
            <a:r>
              <a:rPr lang="vi-VN" dirty="0" err="1"/>
              <a:t>của</a:t>
            </a:r>
            <a:r>
              <a:rPr lang="vi-VN" dirty="0"/>
              <a:t> </a:t>
            </a:r>
            <a:r>
              <a:rPr lang="vi-VN" dirty="0" err="1"/>
              <a:t>Bản</a:t>
            </a:r>
            <a:r>
              <a:rPr lang="vi-VN" dirty="0"/>
              <a:t> </a:t>
            </a:r>
            <a:r>
              <a:rPr lang="vi-VN" dirty="0" err="1"/>
              <a:t>cái</a:t>
            </a:r>
            <a:endParaRPr lang="vi-VN" dirty="0"/>
          </a:p>
          <a:p>
            <a:pPr lvl="1"/>
            <a:r>
              <a:rPr lang="vi-VN" dirty="0" err="1"/>
              <a:t>Mức</a:t>
            </a:r>
            <a:r>
              <a:rPr lang="vi-VN" dirty="0"/>
              <a:t> hai</a:t>
            </a:r>
          </a:p>
          <a:p>
            <a:pPr lvl="2"/>
            <a:r>
              <a:rPr lang="vi-VN" dirty="0" err="1"/>
              <a:t>Mức</a:t>
            </a:r>
            <a:r>
              <a:rPr lang="vi-VN" dirty="0"/>
              <a:t> ba</a:t>
            </a:r>
          </a:p>
          <a:p>
            <a:pPr lvl="3"/>
            <a:r>
              <a:rPr lang="vi-VN" dirty="0" err="1"/>
              <a:t>Mức</a:t>
            </a:r>
            <a:r>
              <a:rPr lang="vi-VN" dirty="0"/>
              <a:t> </a:t>
            </a:r>
            <a:r>
              <a:rPr lang="vi-VN" dirty="0" err="1"/>
              <a:t>bốn</a:t>
            </a:r>
            <a:endParaRPr lang="vi-VN" dirty="0"/>
          </a:p>
          <a:p>
            <a:pPr lvl="4"/>
            <a:r>
              <a:rPr lang="vi-VN" dirty="0" err="1"/>
              <a:t>Mức</a:t>
            </a:r>
            <a:r>
              <a:rPr lang="vi-VN" dirty="0"/>
              <a:t> năm</a:t>
            </a:r>
            <a:endParaRPr lang="en-US" dirty="0"/>
          </a:p>
        </p:txBody>
      </p:sp>
      <p:sp>
        <p:nvSpPr>
          <p:cNvPr id="17" name="Hình chữ nhật: Góc Tròn 16">
            <a:extLst>
              <a:ext uri="{FF2B5EF4-FFF2-40B4-BE49-F238E27FC236}">
                <a16:creationId xmlns:a16="http://schemas.microsoft.com/office/drawing/2014/main" id="{DD3D7CD2-5D2B-4E27-9F2A-19F6A5495757}"/>
              </a:ext>
            </a:extLst>
          </p:cNvPr>
          <p:cNvSpPr/>
          <p:nvPr/>
        </p:nvSpPr>
        <p:spPr>
          <a:xfrm>
            <a:off x="904875" y="228600"/>
            <a:ext cx="10801350" cy="566737"/>
          </a:xfrm>
          <a:prstGeom prst="roundRect">
            <a:avLst/>
          </a:prstGeom>
          <a:solidFill>
            <a:srgbClr val="4A7DA7"/>
          </a:solidFill>
          <a:ln>
            <a:solidFill>
              <a:srgbClr val="FFD3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hỗ dành sẵn cho Tiêu đề 15">
            <a:extLst>
              <a:ext uri="{FF2B5EF4-FFF2-40B4-BE49-F238E27FC236}">
                <a16:creationId xmlns:a16="http://schemas.microsoft.com/office/drawing/2014/main" id="{EB34A0E3-35F5-491B-9F45-728DF88316C0}"/>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dirty="0"/>
              <a:t>Bấm để sửa kiểu tiêu đề Bản cái</a:t>
            </a:r>
            <a:endParaRPr lang="en-US" dirty="0"/>
          </a:p>
        </p:txBody>
      </p:sp>
      <p:sp>
        <p:nvSpPr>
          <p:cNvPr id="7" name="Chỗ dành sẵn cho Số hiệu Bản chiếu 5">
            <a:extLst>
              <a:ext uri="{FF2B5EF4-FFF2-40B4-BE49-F238E27FC236}">
                <a16:creationId xmlns:a16="http://schemas.microsoft.com/office/drawing/2014/main" id="{F5355C64-AD85-4ED1-BD16-FA58530BC00A}"/>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699FF8BC-04BA-47A9-907C-07366443E216}" type="slidenum">
              <a:rPr lang="en-US" smtClean="0"/>
              <a:t>‹#›</a:t>
            </a:fld>
            <a:endParaRPr lang="en-US"/>
          </a:p>
        </p:txBody>
      </p:sp>
    </p:spTree>
    <p:extLst>
      <p:ext uri="{BB962C8B-B14F-4D97-AF65-F5344CB8AC3E}">
        <p14:creationId xmlns:p14="http://schemas.microsoft.com/office/powerpoint/2010/main" val="272255571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51.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3.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0FE5516-7451-46AD-A1E8-26D02D286C28}"/>
              </a:ext>
            </a:extLst>
          </p:cNvPr>
          <p:cNvSpPr>
            <a:spLocks noGrp="1"/>
          </p:cNvSpPr>
          <p:nvPr>
            <p:ph type="ctrTitle"/>
          </p:nvPr>
        </p:nvSpPr>
        <p:spPr>
          <a:xfrm>
            <a:off x="71919" y="4380109"/>
            <a:ext cx="12120081" cy="1066801"/>
          </a:xfrm>
        </p:spPr>
        <p:txBody>
          <a:bodyPr>
            <a:normAutofit/>
          </a:bodyPr>
          <a:lstStyle/>
          <a:p>
            <a:r>
              <a:rPr lang="en-US" dirty="0"/>
              <a:t>Part 3: Visualization with Matplotlib</a:t>
            </a:r>
          </a:p>
        </p:txBody>
      </p:sp>
      <p:sp>
        <p:nvSpPr>
          <p:cNvPr id="3" name="Hình chữ nhật: Góc Tròn 2">
            <a:extLst>
              <a:ext uri="{FF2B5EF4-FFF2-40B4-BE49-F238E27FC236}">
                <a16:creationId xmlns:a16="http://schemas.microsoft.com/office/drawing/2014/main" id="{E49C106F-72B5-EC0C-202F-FCF463C3844B}"/>
              </a:ext>
            </a:extLst>
          </p:cNvPr>
          <p:cNvSpPr/>
          <p:nvPr/>
        </p:nvSpPr>
        <p:spPr>
          <a:xfrm>
            <a:off x="6590371" y="1628078"/>
            <a:ext cx="5129561" cy="769434"/>
          </a:xfrm>
          <a:prstGeom prst="roundRect">
            <a:avLst/>
          </a:prstGeom>
          <a:solidFill>
            <a:srgbClr val="0E4663"/>
          </a:solidFill>
          <a:ln>
            <a:solidFill>
              <a:srgbClr val="43DF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5400" b="1" dirty="0">
                <a:solidFill>
                  <a:schemeClr val="accent4">
                    <a:lumMod val="40000"/>
                    <a:lumOff val="60000"/>
                  </a:schemeClr>
                </a:solidFill>
              </a:rPr>
              <a:t>VISUALIZATION</a:t>
            </a:r>
            <a:endParaRPr lang="en-US" b="1" dirty="0">
              <a:solidFill>
                <a:schemeClr val="accent4">
                  <a:lumMod val="40000"/>
                  <a:lumOff val="60000"/>
                </a:schemeClr>
              </a:solidFill>
            </a:endParaRPr>
          </a:p>
        </p:txBody>
      </p:sp>
    </p:spTree>
    <p:extLst>
      <p:ext uri="{BB962C8B-B14F-4D97-AF65-F5344CB8AC3E}">
        <p14:creationId xmlns:p14="http://schemas.microsoft.com/office/powerpoint/2010/main" val="1829236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êu đề 3">
            <a:extLst>
              <a:ext uri="{FF2B5EF4-FFF2-40B4-BE49-F238E27FC236}">
                <a16:creationId xmlns:a16="http://schemas.microsoft.com/office/drawing/2014/main" id="{F413AA2B-2D90-4655-837E-D9E3CC06BC5C}"/>
              </a:ext>
            </a:extLst>
          </p:cNvPr>
          <p:cNvSpPr>
            <a:spLocks noGrp="1"/>
          </p:cNvSpPr>
          <p:nvPr>
            <p:ph type="title"/>
          </p:nvPr>
        </p:nvSpPr>
        <p:spPr>
          <a:xfrm>
            <a:off x="904875" y="264319"/>
            <a:ext cx="10868025" cy="544511"/>
          </a:xfrm>
        </p:spPr>
        <p:txBody>
          <a:bodyPr>
            <a:normAutofit fontScale="90000"/>
          </a:bodyPr>
          <a:lstStyle/>
          <a:p>
            <a:r>
              <a:rPr lang="en-GB" dirty="0">
                <a:latin typeface="+mn-lt"/>
              </a:rPr>
              <a:t>Visualization with Matplotlib</a:t>
            </a:r>
            <a:endParaRPr lang="en-US" dirty="0">
              <a:latin typeface="+mn-lt"/>
            </a:endParaRPr>
          </a:p>
        </p:txBody>
      </p:sp>
      <p:sp>
        <p:nvSpPr>
          <p:cNvPr id="12" name="Chỗ dành sẵn cho Số hiệu Bản chiếu 8">
            <a:extLst>
              <a:ext uri="{FF2B5EF4-FFF2-40B4-BE49-F238E27FC236}">
                <a16:creationId xmlns:a16="http://schemas.microsoft.com/office/drawing/2014/main" id="{F458D6AC-39FE-4BE4-91C4-195C5B94E488}"/>
              </a:ext>
            </a:extLst>
          </p:cNvPr>
          <p:cNvSpPr>
            <a:spLocks noGrp="1"/>
          </p:cNvSpPr>
          <p:nvPr>
            <p:ph type="sldNum" sz="quarter" idx="4"/>
          </p:nvPr>
        </p:nvSpPr>
        <p:spPr>
          <a:xfrm>
            <a:off x="11687175" y="264320"/>
            <a:ext cx="2743200" cy="531018"/>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450C42-9A0B-4425-92C2-70FCF7C45734}" type="slidenum">
              <a:rPr kumimoji="0" lang="en-US" sz="2400" b="1" i="0" u="none" strike="noStrike" kern="1200" cap="none" spc="0" normalizeH="0" baseline="0" noProof="0" smtClean="0">
                <a:ln>
                  <a:noFill/>
                </a:ln>
                <a:solidFill>
                  <a:srgbClr val="4A7DA7"/>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2400" b="1" i="0" u="none" strike="noStrike" kern="1200" cap="none" spc="0" normalizeH="0" baseline="0" noProof="0" dirty="0">
              <a:ln>
                <a:noFill/>
              </a:ln>
              <a:solidFill>
                <a:srgbClr val="4A7DA7"/>
              </a:solidFill>
              <a:effectLst/>
              <a:uLnTx/>
              <a:uFillTx/>
              <a:latin typeface="Calibri" panose="020F0502020204030204"/>
              <a:ea typeface="+mn-ea"/>
              <a:cs typeface="+mn-cs"/>
            </a:endParaRPr>
          </a:p>
        </p:txBody>
      </p:sp>
      <p:sp>
        <p:nvSpPr>
          <p:cNvPr id="13" name="Hộp Văn bản 12">
            <a:extLst>
              <a:ext uri="{FF2B5EF4-FFF2-40B4-BE49-F238E27FC236}">
                <a16:creationId xmlns:a16="http://schemas.microsoft.com/office/drawing/2014/main" id="{8DCBFF2C-2C51-47AD-942A-27C9869AB267}"/>
              </a:ext>
            </a:extLst>
          </p:cNvPr>
          <p:cNvSpPr txBox="1"/>
          <p:nvPr/>
        </p:nvSpPr>
        <p:spPr>
          <a:xfrm>
            <a:off x="3736471" y="2052034"/>
            <a:ext cx="5204832" cy="1953868"/>
          </a:xfrm>
          <a:prstGeom prst="rect">
            <a:avLst/>
          </a:prstGeom>
          <a:noFill/>
        </p:spPr>
        <p:txBody>
          <a:bodyPr wrap="square" numCol="1" rtlCol="0">
            <a:spAutoFit/>
          </a:bodyPr>
          <a:lstStyle/>
          <a:p>
            <a:pPr marL="514350" lvl="0" indent="-514350">
              <a:lnSpc>
                <a:spcPct val="150000"/>
              </a:lnSpc>
              <a:buFont typeface="+mj-lt"/>
              <a:buAutoNum type="arabicPeriod"/>
              <a:defRPr/>
            </a:pPr>
            <a:r>
              <a:rPr lang="en-GB" sz="2800" b="1" dirty="0">
                <a:solidFill>
                  <a:srgbClr val="ED7D31">
                    <a:lumMod val="50000"/>
                  </a:srgbClr>
                </a:solidFill>
                <a:latin typeface="Times New Roman" panose="02020603050405020304" pitchFamily="18" charset="0"/>
                <a:cs typeface="Times New Roman" panose="02020603050405020304" pitchFamily="18" charset="0"/>
              </a:rPr>
              <a:t>Introduction To Matplotlib</a:t>
            </a:r>
          </a:p>
          <a:p>
            <a:pPr marL="514350" indent="-514350">
              <a:lnSpc>
                <a:spcPct val="150000"/>
              </a:lnSpc>
              <a:buFont typeface="+mj-lt"/>
              <a:buAutoNum type="arabicPeriod"/>
              <a:defRPr/>
            </a:pPr>
            <a:r>
              <a:rPr lang="en-GB" sz="2800" b="1" dirty="0">
                <a:solidFill>
                  <a:srgbClr val="ED7D31">
                    <a:lumMod val="50000"/>
                  </a:srgbClr>
                </a:solidFill>
                <a:latin typeface="Times New Roman" panose="02020603050405020304" pitchFamily="18" charset="0"/>
                <a:cs typeface="Times New Roman" panose="02020603050405020304" pitchFamily="18" charset="0"/>
              </a:rPr>
              <a:t>Introduction To </a:t>
            </a:r>
            <a:r>
              <a:rPr lang="en-US" sz="2800" b="1" dirty="0">
                <a:solidFill>
                  <a:srgbClr val="ED7D31">
                    <a:lumMod val="50000"/>
                  </a:srgbClr>
                </a:solidFill>
                <a:latin typeface="Times New Roman" panose="02020603050405020304" pitchFamily="18" charset="0"/>
                <a:cs typeface="Times New Roman" panose="02020603050405020304" pitchFamily="18" charset="0"/>
              </a:rPr>
              <a:t>Seaborn</a:t>
            </a:r>
          </a:p>
          <a:p>
            <a:pPr marL="514350" lvl="0" indent="-514350">
              <a:lnSpc>
                <a:spcPct val="150000"/>
              </a:lnSpc>
              <a:buFont typeface="+mj-lt"/>
              <a:buAutoNum type="arabicPeriod"/>
              <a:defRPr/>
            </a:pPr>
            <a:endParaRPr lang="en-GB" sz="2800" b="1" dirty="0">
              <a:solidFill>
                <a:srgbClr val="ED7D31">
                  <a:lumMod val="50000"/>
                </a:srgb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8987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8A846F9B-0880-45BA-8284-E809D96D0608}"/>
              </a:ext>
            </a:extLst>
          </p:cNvPr>
          <p:cNvSpPr>
            <a:spLocks noGrp="1"/>
          </p:cNvSpPr>
          <p:nvPr>
            <p:ph type="title"/>
          </p:nvPr>
        </p:nvSpPr>
        <p:spPr/>
        <p:txBody>
          <a:bodyPr>
            <a:normAutofit fontScale="90000"/>
          </a:bodyPr>
          <a:lstStyle/>
          <a:p>
            <a:r>
              <a:rPr lang="en-GB" dirty="0">
                <a:latin typeface="Calibri (Thân)"/>
              </a:rPr>
              <a:t>Why data visualization is needed?</a:t>
            </a:r>
            <a:endParaRPr lang="en-US" dirty="0">
              <a:latin typeface="Calibri (Thân)"/>
            </a:endParaRPr>
          </a:p>
        </p:txBody>
      </p:sp>
      <p:sp>
        <p:nvSpPr>
          <p:cNvPr id="5" name="Chỗ dành sẵn cho Số hiệu Bản chiếu 4">
            <a:extLst>
              <a:ext uri="{FF2B5EF4-FFF2-40B4-BE49-F238E27FC236}">
                <a16:creationId xmlns:a16="http://schemas.microsoft.com/office/drawing/2014/main" id="{00ABDCF0-4D92-4612-A696-361D083D01EA}"/>
              </a:ext>
            </a:extLst>
          </p:cNvPr>
          <p:cNvSpPr>
            <a:spLocks noGrp="1"/>
          </p:cNvSpPr>
          <p:nvPr>
            <p:ph type="sldNum" sz="quarter" idx="4"/>
          </p:nvPr>
        </p:nvSpPr>
        <p:spPr/>
        <p:txBody>
          <a:bodyPr/>
          <a:lstStyle/>
          <a:p>
            <a:fld id="{4C8DC224-4589-4F63-9A47-BDC85642E9A5}" type="slidenum">
              <a:rPr lang="en-US" smtClean="0"/>
              <a:t>3</a:t>
            </a:fld>
            <a:endParaRPr lang="en-US"/>
          </a:p>
        </p:txBody>
      </p:sp>
      <p:pic>
        <p:nvPicPr>
          <p:cNvPr id="7" name="Hình ảnh 6">
            <a:extLst>
              <a:ext uri="{FF2B5EF4-FFF2-40B4-BE49-F238E27FC236}">
                <a16:creationId xmlns:a16="http://schemas.microsoft.com/office/drawing/2014/main" id="{58D92AA4-D2FA-44A1-ADB2-665B33BD13B8}"/>
              </a:ext>
            </a:extLst>
          </p:cNvPr>
          <p:cNvPicPr>
            <a:picLocks noChangeAspect="1"/>
          </p:cNvPicPr>
          <p:nvPr/>
        </p:nvPicPr>
        <p:blipFill>
          <a:blip r:embed="rId2"/>
          <a:stretch>
            <a:fillRect/>
          </a:stretch>
        </p:blipFill>
        <p:spPr>
          <a:xfrm>
            <a:off x="5270112" y="933354"/>
            <a:ext cx="6502788" cy="5465534"/>
          </a:xfrm>
          <a:prstGeom prst="rect">
            <a:avLst/>
          </a:prstGeom>
        </p:spPr>
      </p:pic>
      <p:sp>
        <p:nvSpPr>
          <p:cNvPr id="4" name="Hộp Văn bản 3">
            <a:extLst>
              <a:ext uri="{FF2B5EF4-FFF2-40B4-BE49-F238E27FC236}">
                <a16:creationId xmlns:a16="http://schemas.microsoft.com/office/drawing/2014/main" id="{22EB3FFF-B501-B46B-3881-715634F18C47}"/>
              </a:ext>
            </a:extLst>
          </p:cNvPr>
          <p:cNvSpPr txBox="1"/>
          <p:nvPr/>
        </p:nvSpPr>
        <p:spPr>
          <a:xfrm>
            <a:off x="755496" y="1109767"/>
            <a:ext cx="4246987" cy="646331"/>
          </a:xfrm>
          <a:prstGeom prst="rect">
            <a:avLst/>
          </a:prstGeom>
          <a:noFill/>
        </p:spPr>
        <p:txBody>
          <a:bodyPr wrap="square">
            <a:spAutoFit/>
          </a:bodyPr>
          <a:lstStyle/>
          <a:p>
            <a:r>
              <a:rPr lang="en-US" b="1" dirty="0">
                <a:solidFill>
                  <a:srgbClr val="24292F"/>
                </a:solidFill>
                <a:effectLst/>
                <a:highlight>
                  <a:srgbClr val="FFFFFF"/>
                </a:highlight>
                <a:latin typeface="Consolas" panose="020B0609020204030204" pitchFamily="49" charset="0"/>
              </a:rPr>
              <a:t>tips </a:t>
            </a:r>
            <a:r>
              <a:rPr lang="en-US" b="1" dirty="0">
                <a:solidFill>
                  <a:srgbClr val="B35900"/>
                </a:solidFill>
                <a:effectLst/>
                <a:highlight>
                  <a:srgbClr val="FFFFFF"/>
                </a:highlight>
                <a:latin typeface="Consolas" panose="020B0609020204030204" pitchFamily="49" charset="0"/>
              </a:rPr>
              <a:t>=</a:t>
            </a:r>
            <a:r>
              <a:rPr lang="en-US" b="1" dirty="0">
                <a:solidFill>
                  <a:srgbClr val="24292F"/>
                </a:solidFill>
                <a:effectLst/>
                <a:highlight>
                  <a:srgbClr val="FFFFFF"/>
                </a:highlight>
                <a:latin typeface="Consolas" panose="020B0609020204030204" pitchFamily="49" charset="0"/>
              </a:rPr>
              <a:t> </a:t>
            </a:r>
            <a:r>
              <a:rPr lang="en-US" b="1" dirty="0" err="1">
                <a:solidFill>
                  <a:srgbClr val="8A4600"/>
                </a:solidFill>
                <a:effectLst/>
                <a:highlight>
                  <a:srgbClr val="FFFFFF"/>
                </a:highlight>
                <a:latin typeface="Consolas" panose="020B0609020204030204" pitchFamily="49" charset="0"/>
              </a:rPr>
              <a:t>sns</a:t>
            </a:r>
            <a:r>
              <a:rPr lang="en-US" b="1" dirty="0" err="1">
                <a:solidFill>
                  <a:srgbClr val="24292F"/>
                </a:solidFill>
                <a:effectLst/>
                <a:highlight>
                  <a:srgbClr val="FFFFFF"/>
                </a:highlight>
                <a:latin typeface="Consolas" panose="020B0609020204030204" pitchFamily="49" charset="0"/>
              </a:rPr>
              <a:t>.</a:t>
            </a:r>
            <a:r>
              <a:rPr lang="en-US" b="1" dirty="0" err="1">
                <a:solidFill>
                  <a:srgbClr val="8250DF"/>
                </a:solidFill>
                <a:effectLst/>
                <a:highlight>
                  <a:srgbClr val="FFFFFF"/>
                </a:highlight>
                <a:latin typeface="Consolas" panose="020B0609020204030204" pitchFamily="49" charset="0"/>
              </a:rPr>
              <a:t>load_dataset</a:t>
            </a:r>
            <a:r>
              <a:rPr lang="en-US" b="1" dirty="0">
                <a:solidFill>
                  <a:srgbClr val="24292F"/>
                </a:solidFill>
                <a:effectLst/>
                <a:highlight>
                  <a:srgbClr val="FFFFFF"/>
                </a:highlight>
                <a:latin typeface="Consolas" panose="020B0609020204030204" pitchFamily="49" charset="0"/>
              </a:rPr>
              <a:t>(</a:t>
            </a:r>
            <a:r>
              <a:rPr lang="en-US" b="1" dirty="0">
                <a:solidFill>
                  <a:srgbClr val="0A3069"/>
                </a:solidFill>
                <a:effectLst/>
                <a:highlight>
                  <a:srgbClr val="FFFFFF"/>
                </a:highlight>
                <a:latin typeface="Consolas" panose="020B0609020204030204" pitchFamily="49" charset="0"/>
              </a:rPr>
              <a:t>'tips'</a:t>
            </a:r>
            <a:r>
              <a:rPr lang="en-US" b="1" dirty="0">
                <a:solidFill>
                  <a:srgbClr val="24292F"/>
                </a:solidFill>
                <a:effectLst/>
                <a:highlight>
                  <a:srgbClr val="FFFFFF"/>
                </a:highlight>
                <a:latin typeface="Consolas" panose="020B0609020204030204" pitchFamily="49" charset="0"/>
              </a:rPr>
              <a:t>)</a:t>
            </a:r>
          </a:p>
          <a:p>
            <a:r>
              <a:rPr lang="en-US" b="1" dirty="0" err="1">
                <a:solidFill>
                  <a:srgbClr val="24292F"/>
                </a:solidFill>
                <a:effectLst/>
                <a:highlight>
                  <a:srgbClr val="FFFFFF"/>
                </a:highlight>
                <a:latin typeface="Consolas" panose="020B0609020204030204" pitchFamily="49" charset="0"/>
              </a:rPr>
              <a:t>tips.</a:t>
            </a:r>
            <a:r>
              <a:rPr lang="en-US" b="1" dirty="0" err="1">
                <a:solidFill>
                  <a:srgbClr val="8250DF"/>
                </a:solidFill>
                <a:effectLst/>
                <a:highlight>
                  <a:srgbClr val="FFFFFF"/>
                </a:highlight>
                <a:latin typeface="Consolas" panose="020B0609020204030204" pitchFamily="49" charset="0"/>
              </a:rPr>
              <a:t>head</a:t>
            </a:r>
            <a:r>
              <a:rPr lang="en-US" b="1" dirty="0">
                <a:solidFill>
                  <a:srgbClr val="24292F"/>
                </a:solidFill>
                <a:effectLst/>
                <a:highlight>
                  <a:srgbClr val="FFFFFF"/>
                </a:highlight>
                <a:latin typeface="Consolas" panose="020B0609020204030204" pitchFamily="49" charset="0"/>
              </a:rPr>
              <a:t>()</a:t>
            </a:r>
          </a:p>
        </p:txBody>
      </p:sp>
      <p:pic>
        <p:nvPicPr>
          <p:cNvPr id="9" name="Hình ảnh 8">
            <a:extLst>
              <a:ext uri="{FF2B5EF4-FFF2-40B4-BE49-F238E27FC236}">
                <a16:creationId xmlns:a16="http://schemas.microsoft.com/office/drawing/2014/main" id="{FB82731B-5477-39D4-ECB3-F41CDF035ECD}"/>
              </a:ext>
            </a:extLst>
          </p:cNvPr>
          <p:cNvPicPr>
            <a:picLocks noChangeAspect="1"/>
          </p:cNvPicPr>
          <p:nvPr/>
        </p:nvPicPr>
        <p:blipFill>
          <a:blip r:embed="rId3"/>
          <a:stretch>
            <a:fillRect/>
          </a:stretch>
        </p:blipFill>
        <p:spPr>
          <a:xfrm>
            <a:off x="611922" y="2234076"/>
            <a:ext cx="4524375" cy="1743075"/>
          </a:xfrm>
          <a:prstGeom prst="rect">
            <a:avLst/>
          </a:prstGeom>
        </p:spPr>
      </p:pic>
    </p:spTree>
    <p:extLst>
      <p:ext uri="{BB962C8B-B14F-4D97-AF65-F5344CB8AC3E}">
        <p14:creationId xmlns:p14="http://schemas.microsoft.com/office/powerpoint/2010/main" val="118883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1. Introduction To Matplotlib</a:t>
            </a:r>
            <a:endParaRPr lang="en-US" dirty="0">
              <a:latin typeface="+mn-lt"/>
            </a:endParaRP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4</a:t>
            </a:fld>
            <a:endParaRPr lang="en-US"/>
          </a:p>
        </p:txBody>
      </p:sp>
      <p:sp>
        <p:nvSpPr>
          <p:cNvPr id="8" name="Hộp Văn bản 7">
            <a:extLst>
              <a:ext uri="{FF2B5EF4-FFF2-40B4-BE49-F238E27FC236}">
                <a16:creationId xmlns:a16="http://schemas.microsoft.com/office/drawing/2014/main" id="{64CFF5AC-6EEE-40DE-90E8-4C0D08B39013}"/>
              </a:ext>
            </a:extLst>
          </p:cNvPr>
          <p:cNvSpPr txBox="1"/>
          <p:nvPr/>
        </p:nvSpPr>
        <p:spPr>
          <a:xfrm>
            <a:off x="708917" y="971378"/>
            <a:ext cx="10868025" cy="830997"/>
          </a:xfrm>
          <a:prstGeom prst="rect">
            <a:avLst/>
          </a:prstGeom>
          <a:noFill/>
        </p:spPr>
        <p:txBody>
          <a:bodyPr wrap="square">
            <a:spAutoFit/>
          </a:bodyPr>
          <a:lstStyle/>
          <a:p>
            <a:r>
              <a:rPr lang="en-US" sz="2400" dirty="0"/>
              <a:t>Matplotlib is a comprehensive library for creating static, animated, and interactive visualizations in Python.</a:t>
            </a:r>
          </a:p>
        </p:txBody>
      </p:sp>
      <p:sp>
        <p:nvSpPr>
          <p:cNvPr id="10" name="Hộp Văn bản 9">
            <a:extLst>
              <a:ext uri="{FF2B5EF4-FFF2-40B4-BE49-F238E27FC236}">
                <a16:creationId xmlns:a16="http://schemas.microsoft.com/office/drawing/2014/main" id="{EF6E1DEA-A235-4FEB-BAE0-E4C49C9827D8}"/>
              </a:ext>
            </a:extLst>
          </p:cNvPr>
          <p:cNvSpPr txBox="1"/>
          <p:nvPr/>
        </p:nvSpPr>
        <p:spPr>
          <a:xfrm>
            <a:off x="708917" y="3057732"/>
            <a:ext cx="8941085" cy="461665"/>
          </a:xfrm>
          <a:prstGeom prst="rect">
            <a:avLst/>
          </a:prstGeom>
          <a:noFill/>
        </p:spPr>
        <p:txBody>
          <a:bodyPr wrap="square">
            <a:spAutoFit/>
          </a:bodyPr>
          <a:lstStyle/>
          <a:p>
            <a:r>
              <a:rPr lang="en-GB" sz="2400" dirty="0"/>
              <a:t>Matplotlib makes easy things easy and hard things possible.</a:t>
            </a:r>
            <a:endParaRPr lang="en-US" sz="2400" dirty="0"/>
          </a:p>
        </p:txBody>
      </p:sp>
      <p:pic>
        <p:nvPicPr>
          <p:cNvPr id="12" name="Hình ảnh 11">
            <a:extLst>
              <a:ext uri="{FF2B5EF4-FFF2-40B4-BE49-F238E27FC236}">
                <a16:creationId xmlns:a16="http://schemas.microsoft.com/office/drawing/2014/main" id="{60F2EDA9-E32F-47B0-BF8E-CAAC9D1A9A27}"/>
              </a:ext>
            </a:extLst>
          </p:cNvPr>
          <p:cNvPicPr>
            <a:picLocks noChangeAspect="1"/>
          </p:cNvPicPr>
          <p:nvPr/>
        </p:nvPicPr>
        <p:blipFill>
          <a:blip r:embed="rId2"/>
          <a:stretch>
            <a:fillRect/>
          </a:stretch>
        </p:blipFill>
        <p:spPr>
          <a:xfrm>
            <a:off x="2040779" y="1777717"/>
            <a:ext cx="7041928" cy="1210152"/>
          </a:xfrm>
          <a:prstGeom prst="rect">
            <a:avLst/>
          </a:prstGeom>
        </p:spPr>
      </p:pic>
      <p:pic>
        <p:nvPicPr>
          <p:cNvPr id="14" name="Hình ảnh 13">
            <a:extLst>
              <a:ext uri="{FF2B5EF4-FFF2-40B4-BE49-F238E27FC236}">
                <a16:creationId xmlns:a16="http://schemas.microsoft.com/office/drawing/2014/main" id="{DDCFFB61-857D-4B33-B927-1CA90A666400}"/>
              </a:ext>
            </a:extLst>
          </p:cNvPr>
          <p:cNvPicPr>
            <a:picLocks noChangeAspect="1"/>
          </p:cNvPicPr>
          <p:nvPr/>
        </p:nvPicPr>
        <p:blipFill>
          <a:blip r:embed="rId3"/>
          <a:stretch>
            <a:fillRect/>
          </a:stretch>
        </p:blipFill>
        <p:spPr>
          <a:xfrm>
            <a:off x="2667858" y="3429000"/>
            <a:ext cx="7502938" cy="3250121"/>
          </a:xfrm>
          <a:prstGeom prst="rect">
            <a:avLst/>
          </a:prstGeom>
        </p:spPr>
      </p:pic>
    </p:spTree>
    <p:extLst>
      <p:ext uri="{BB962C8B-B14F-4D97-AF65-F5344CB8AC3E}">
        <p14:creationId xmlns:p14="http://schemas.microsoft.com/office/powerpoint/2010/main" val="3312056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barn(inVertical)">
                                      <p:cBhvr>
                                        <p:cTn id="17" dur="5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1. Introduction To Matplotlib</a:t>
            </a:r>
            <a:endParaRPr lang="en-US" dirty="0">
              <a:latin typeface="+mn-lt"/>
            </a:endParaRPr>
          </a:p>
        </p:txBody>
      </p:sp>
      <p:sp>
        <p:nvSpPr>
          <p:cNvPr id="4" name="Chỗ dành sẵn cho Văn bản 3">
            <a:extLst>
              <a:ext uri="{FF2B5EF4-FFF2-40B4-BE49-F238E27FC236}">
                <a16:creationId xmlns:a16="http://schemas.microsoft.com/office/drawing/2014/main" id="{EFE970DA-31B3-48D7-84D8-E9CFD5B197FD}"/>
              </a:ext>
            </a:extLst>
          </p:cNvPr>
          <p:cNvSpPr>
            <a:spLocks noGrp="1"/>
          </p:cNvSpPr>
          <p:nvPr>
            <p:ph type="body" idx="10"/>
          </p:nvPr>
        </p:nvSpPr>
        <p:spPr>
          <a:xfrm>
            <a:off x="590551" y="841733"/>
            <a:ext cx="11115673" cy="544511"/>
          </a:xfrm>
        </p:spPr>
        <p:txBody>
          <a:bodyPr/>
          <a:lstStyle/>
          <a:p>
            <a:r>
              <a:rPr lang="en-GB" dirty="0"/>
              <a:t>General Matplotlib Tips</a:t>
            </a:r>
            <a:endParaRPr lang="en-US" dirty="0"/>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5</a:t>
            </a:fld>
            <a:endParaRPr lang="en-US"/>
          </a:p>
        </p:txBody>
      </p:sp>
      <p:sp>
        <p:nvSpPr>
          <p:cNvPr id="6" name="Hộp Văn bản 5">
            <a:extLst>
              <a:ext uri="{FF2B5EF4-FFF2-40B4-BE49-F238E27FC236}">
                <a16:creationId xmlns:a16="http://schemas.microsoft.com/office/drawing/2014/main" id="{56E6041F-F5EE-4B4A-91A4-541E0627F8D1}"/>
              </a:ext>
            </a:extLst>
          </p:cNvPr>
          <p:cNvSpPr txBox="1"/>
          <p:nvPr/>
        </p:nvSpPr>
        <p:spPr>
          <a:xfrm>
            <a:off x="816583" y="1208907"/>
            <a:ext cx="5279417" cy="523220"/>
          </a:xfrm>
          <a:prstGeom prst="rect">
            <a:avLst/>
          </a:prstGeom>
          <a:noFill/>
        </p:spPr>
        <p:txBody>
          <a:bodyPr wrap="square">
            <a:spAutoFit/>
          </a:bodyPr>
          <a:lstStyle/>
          <a:p>
            <a:pPr marL="457200" indent="-457200">
              <a:buFont typeface="Arial" panose="020B0604020202020204" pitchFamily="34" charset="0"/>
              <a:buChar char="•"/>
            </a:pPr>
            <a:r>
              <a:rPr lang="en-US" sz="2800" b="1" dirty="0"/>
              <a:t>Importing Matplotlib</a:t>
            </a:r>
          </a:p>
        </p:txBody>
      </p:sp>
      <p:sp>
        <p:nvSpPr>
          <p:cNvPr id="10" name="Hộp Văn bản 9">
            <a:extLst>
              <a:ext uri="{FF2B5EF4-FFF2-40B4-BE49-F238E27FC236}">
                <a16:creationId xmlns:a16="http://schemas.microsoft.com/office/drawing/2014/main" id="{BAA17F40-A5E2-4263-8217-4AE1999FC531}"/>
              </a:ext>
            </a:extLst>
          </p:cNvPr>
          <p:cNvSpPr txBox="1"/>
          <p:nvPr/>
        </p:nvSpPr>
        <p:spPr>
          <a:xfrm>
            <a:off x="904875" y="2462677"/>
            <a:ext cx="4756186" cy="523220"/>
          </a:xfrm>
          <a:prstGeom prst="rect">
            <a:avLst/>
          </a:prstGeom>
          <a:noFill/>
        </p:spPr>
        <p:txBody>
          <a:bodyPr wrap="square">
            <a:spAutoFit/>
          </a:bodyPr>
          <a:lstStyle/>
          <a:p>
            <a:pPr marL="457200" indent="-457200">
              <a:buFont typeface="Arial" panose="020B0604020202020204" pitchFamily="34" charset="0"/>
              <a:buChar char="•"/>
            </a:pPr>
            <a:r>
              <a:rPr lang="en-US" sz="2800" b="1" dirty="0"/>
              <a:t>Setting Styles</a:t>
            </a:r>
          </a:p>
        </p:txBody>
      </p:sp>
      <p:sp>
        <p:nvSpPr>
          <p:cNvPr id="12" name="Hộp Văn bản 11">
            <a:extLst>
              <a:ext uri="{FF2B5EF4-FFF2-40B4-BE49-F238E27FC236}">
                <a16:creationId xmlns:a16="http://schemas.microsoft.com/office/drawing/2014/main" id="{7134B12F-D661-4D91-AF89-5E8B9A92E05C}"/>
              </a:ext>
            </a:extLst>
          </p:cNvPr>
          <p:cNvSpPr txBox="1"/>
          <p:nvPr/>
        </p:nvSpPr>
        <p:spPr>
          <a:xfrm>
            <a:off x="904875" y="2889253"/>
            <a:ext cx="5626066" cy="769441"/>
          </a:xfrm>
          <a:prstGeom prst="rect">
            <a:avLst/>
          </a:prstGeom>
          <a:noFill/>
        </p:spPr>
        <p:txBody>
          <a:bodyPr wrap="square">
            <a:spAutoFit/>
          </a:bodyPr>
          <a:lstStyle/>
          <a:p>
            <a:r>
              <a:rPr lang="en-US" sz="2200" dirty="0"/>
              <a:t>We will use the </a:t>
            </a:r>
            <a:r>
              <a:rPr lang="en-US" sz="2200" dirty="0" err="1"/>
              <a:t>plt.style.use</a:t>
            </a:r>
            <a:r>
              <a:rPr lang="en-US" sz="2200" dirty="0"/>
              <a:t> directive to choose appropriate aesthetic styles for our figures</a:t>
            </a:r>
          </a:p>
        </p:txBody>
      </p:sp>
      <p:pic>
        <p:nvPicPr>
          <p:cNvPr id="14" name="Hình ảnh 13">
            <a:extLst>
              <a:ext uri="{FF2B5EF4-FFF2-40B4-BE49-F238E27FC236}">
                <a16:creationId xmlns:a16="http://schemas.microsoft.com/office/drawing/2014/main" id="{6F383BB5-7094-448B-87EE-B509C8AF62E7}"/>
              </a:ext>
            </a:extLst>
          </p:cNvPr>
          <p:cNvPicPr>
            <a:picLocks noChangeAspect="1"/>
          </p:cNvPicPr>
          <p:nvPr/>
        </p:nvPicPr>
        <p:blipFill>
          <a:blip r:embed="rId2"/>
          <a:stretch>
            <a:fillRect/>
          </a:stretch>
        </p:blipFill>
        <p:spPr>
          <a:xfrm>
            <a:off x="1085093" y="3658694"/>
            <a:ext cx="3156764" cy="3199306"/>
          </a:xfrm>
          <a:prstGeom prst="rect">
            <a:avLst/>
          </a:prstGeom>
        </p:spPr>
      </p:pic>
      <p:pic>
        <p:nvPicPr>
          <p:cNvPr id="7" name="Hình ảnh 6">
            <a:extLst>
              <a:ext uri="{FF2B5EF4-FFF2-40B4-BE49-F238E27FC236}">
                <a16:creationId xmlns:a16="http://schemas.microsoft.com/office/drawing/2014/main" id="{4FDA33F3-1F6E-4D6E-B3BE-3704D56EE054}"/>
              </a:ext>
            </a:extLst>
          </p:cNvPr>
          <p:cNvPicPr>
            <a:picLocks noChangeAspect="1"/>
          </p:cNvPicPr>
          <p:nvPr/>
        </p:nvPicPr>
        <p:blipFill>
          <a:blip r:embed="rId3"/>
          <a:stretch>
            <a:fillRect/>
          </a:stretch>
        </p:blipFill>
        <p:spPr>
          <a:xfrm>
            <a:off x="6572249" y="3658694"/>
            <a:ext cx="5029200" cy="800100"/>
          </a:xfrm>
          <a:prstGeom prst="rect">
            <a:avLst/>
          </a:prstGeom>
        </p:spPr>
      </p:pic>
      <p:sp>
        <p:nvSpPr>
          <p:cNvPr id="19" name="Hộp Văn bản 18">
            <a:extLst>
              <a:ext uri="{FF2B5EF4-FFF2-40B4-BE49-F238E27FC236}">
                <a16:creationId xmlns:a16="http://schemas.microsoft.com/office/drawing/2014/main" id="{3814F784-8138-4E5F-BA11-D351D2F3E7F3}"/>
              </a:ext>
            </a:extLst>
          </p:cNvPr>
          <p:cNvSpPr txBox="1"/>
          <p:nvPr/>
        </p:nvSpPr>
        <p:spPr>
          <a:xfrm>
            <a:off x="6572250" y="959641"/>
            <a:ext cx="5029199" cy="2585323"/>
          </a:xfrm>
          <a:prstGeom prst="rect">
            <a:avLst/>
          </a:prstGeom>
          <a:noFill/>
        </p:spPr>
        <p:txBody>
          <a:bodyPr wrap="square">
            <a:spAutoFit/>
          </a:bodyPr>
          <a:lstStyle/>
          <a:p>
            <a:r>
              <a:rPr lang="en-US" dirty="0"/>
              <a:t>['Solarize_Light2', '_</a:t>
            </a:r>
            <a:r>
              <a:rPr lang="en-US" dirty="0" err="1"/>
              <a:t>classic_test_patch</a:t>
            </a:r>
            <a:r>
              <a:rPr lang="en-US" dirty="0"/>
              <a:t>', '</a:t>
            </a:r>
            <a:r>
              <a:rPr lang="en-US" dirty="0" err="1"/>
              <a:t>bmh</a:t>
            </a:r>
            <a:r>
              <a:rPr lang="en-US" dirty="0"/>
              <a:t>', 'classic', '</a:t>
            </a:r>
            <a:r>
              <a:rPr lang="en-US" dirty="0" err="1"/>
              <a:t>dark_background</a:t>
            </a:r>
            <a:r>
              <a:rPr lang="en-US" dirty="0"/>
              <a:t>', 'fast', '</a:t>
            </a:r>
            <a:r>
              <a:rPr lang="en-US" dirty="0" err="1"/>
              <a:t>fivethirtyeight</a:t>
            </a:r>
            <a:r>
              <a:rPr lang="en-US" dirty="0"/>
              <a:t>', '</a:t>
            </a:r>
            <a:r>
              <a:rPr lang="en-US" dirty="0" err="1"/>
              <a:t>ggplot</a:t>
            </a:r>
            <a:r>
              <a:rPr lang="en-US" dirty="0"/>
              <a:t>', 'grayscale', 'seaborn', 'seaborn-bright', 'seaborn-colorblind', 'seaborn-dark', 'seaborn-dark-palette', 'seaborn-</a:t>
            </a:r>
            <a:r>
              <a:rPr lang="en-US" dirty="0" err="1"/>
              <a:t>darkgrid</a:t>
            </a:r>
            <a:r>
              <a:rPr lang="en-US" dirty="0"/>
              <a:t>', 'seaborn-deep', 'seaborn-muted', 'seaborn-notebook', 'seaborn-paper', 'seaborn-pastel', 'seaborn-poster', 'seaborn-talk', 'seaborn-ticks', 'seaborn-white', 'seaborn-</a:t>
            </a:r>
            <a:r>
              <a:rPr lang="en-US" dirty="0" err="1"/>
              <a:t>whitegrid</a:t>
            </a:r>
            <a:r>
              <a:rPr lang="en-US" dirty="0"/>
              <a:t>', 'tableau-colorblind10']</a:t>
            </a:r>
          </a:p>
        </p:txBody>
      </p:sp>
      <p:pic>
        <p:nvPicPr>
          <p:cNvPr id="21" name="Hình ảnh 20">
            <a:extLst>
              <a:ext uri="{FF2B5EF4-FFF2-40B4-BE49-F238E27FC236}">
                <a16:creationId xmlns:a16="http://schemas.microsoft.com/office/drawing/2014/main" id="{D91C55CB-F62E-4A61-B13E-2D8734BF5DE3}"/>
              </a:ext>
            </a:extLst>
          </p:cNvPr>
          <p:cNvPicPr>
            <a:picLocks noChangeAspect="1"/>
          </p:cNvPicPr>
          <p:nvPr/>
        </p:nvPicPr>
        <p:blipFill>
          <a:blip r:embed="rId4"/>
          <a:stretch>
            <a:fillRect/>
          </a:stretch>
        </p:blipFill>
        <p:spPr>
          <a:xfrm>
            <a:off x="6572249" y="4572524"/>
            <a:ext cx="2000250" cy="476250"/>
          </a:xfrm>
          <a:prstGeom prst="rect">
            <a:avLst/>
          </a:prstGeom>
        </p:spPr>
      </p:pic>
      <p:pic>
        <p:nvPicPr>
          <p:cNvPr id="25" name="Hình ảnh 24">
            <a:extLst>
              <a:ext uri="{FF2B5EF4-FFF2-40B4-BE49-F238E27FC236}">
                <a16:creationId xmlns:a16="http://schemas.microsoft.com/office/drawing/2014/main" id="{C9D38457-5275-451F-89BD-3958B429F93F}"/>
              </a:ext>
            </a:extLst>
          </p:cNvPr>
          <p:cNvPicPr>
            <a:picLocks noChangeAspect="1"/>
          </p:cNvPicPr>
          <p:nvPr/>
        </p:nvPicPr>
        <p:blipFill>
          <a:blip r:embed="rId5"/>
          <a:stretch>
            <a:fillRect/>
          </a:stretch>
        </p:blipFill>
        <p:spPr>
          <a:xfrm>
            <a:off x="8624015" y="4572524"/>
            <a:ext cx="3374704" cy="2094101"/>
          </a:xfrm>
          <a:prstGeom prst="rect">
            <a:avLst/>
          </a:prstGeom>
        </p:spPr>
      </p:pic>
      <p:pic>
        <p:nvPicPr>
          <p:cNvPr id="27" name="Hình ảnh 26">
            <a:extLst>
              <a:ext uri="{FF2B5EF4-FFF2-40B4-BE49-F238E27FC236}">
                <a16:creationId xmlns:a16="http://schemas.microsoft.com/office/drawing/2014/main" id="{BEE94D3E-EB45-4628-B829-7C261CAAAE34}"/>
              </a:ext>
            </a:extLst>
          </p:cNvPr>
          <p:cNvPicPr>
            <a:picLocks noChangeAspect="1"/>
          </p:cNvPicPr>
          <p:nvPr/>
        </p:nvPicPr>
        <p:blipFill rotWithShape="1">
          <a:blip r:embed="rId6"/>
          <a:srcRect t="33255"/>
          <a:stretch/>
        </p:blipFill>
        <p:spPr>
          <a:xfrm>
            <a:off x="904875" y="1705141"/>
            <a:ext cx="4457700" cy="788320"/>
          </a:xfrm>
          <a:prstGeom prst="rect">
            <a:avLst/>
          </a:prstGeom>
        </p:spPr>
      </p:pic>
    </p:spTree>
    <p:extLst>
      <p:ext uri="{BB962C8B-B14F-4D97-AF65-F5344CB8AC3E}">
        <p14:creationId xmlns:p14="http://schemas.microsoft.com/office/powerpoint/2010/main" val="969364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par>
                                <p:cTn id="13" presetID="16" presetClass="entr" presetSubtype="21"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arn(inVertical)">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randombar(horizontal)">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down)">
                                      <p:cBhvr>
                                        <p:cTn id="30" dur="500"/>
                                        <p:tgtEl>
                                          <p:spTgt spid="21"/>
                                        </p:tgtEl>
                                      </p:cBhvr>
                                    </p:animEffect>
                                  </p:childTnLst>
                                </p:cTn>
                              </p:par>
                              <p:par>
                                <p:cTn id="31" presetID="22" presetClass="entr" presetSubtype="4"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wipe(down)">
                                      <p:cBhvr>
                                        <p:cTn id="3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Introduction To Matplotlib</a:t>
            </a:r>
            <a:endParaRPr lang="en-US" dirty="0">
              <a:latin typeface="+mn-lt"/>
            </a:endParaRPr>
          </a:p>
        </p:txBody>
      </p:sp>
      <p:sp>
        <p:nvSpPr>
          <p:cNvPr id="4" name="Chỗ dành sẵn cho Văn bản 3">
            <a:extLst>
              <a:ext uri="{FF2B5EF4-FFF2-40B4-BE49-F238E27FC236}">
                <a16:creationId xmlns:a16="http://schemas.microsoft.com/office/drawing/2014/main" id="{EFE970DA-31B3-48D7-84D8-E9CFD5B197FD}"/>
              </a:ext>
            </a:extLst>
          </p:cNvPr>
          <p:cNvSpPr>
            <a:spLocks noGrp="1"/>
          </p:cNvSpPr>
          <p:nvPr>
            <p:ph type="body" idx="10"/>
          </p:nvPr>
        </p:nvSpPr>
        <p:spPr/>
        <p:txBody>
          <a:bodyPr/>
          <a:lstStyle/>
          <a:p>
            <a:r>
              <a:rPr lang="en-GB" dirty="0"/>
              <a:t>Two Interfaces for the Price of One</a:t>
            </a:r>
            <a:endParaRPr lang="en-US" dirty="0"/>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6</a:t>
            </a:fld>
            <a:endParaRPr lang="en-US"/>
          </a:p>
        </p:txBody>
      </p:sp>
      <p:sp>
        <p:nvSpPr>
          <p:cNvPr id="6" name="Hộp Văn bản 5">
            <a:extLst>
              <a:ext uri="{FF2B5EF4-FFF2-40B4-BE49-F238E27FC236}">
                <a16:creationId xmlns:a16="http://schemas.microsoft.com/office/drawing/2014/main" id="{56E6041F-F5EE-4B4A-91A4-541E0627F8D1}"/>
              </a:ext>
            </a:extLst>
          </p:cNvPr>
          <p:cNvSpPr txBox="1"/>
          <p:nvPr/>
        </p:nvSpPr>
        <p:spPr>
          <a:xfrm>
            <a:off x="816583" y="1363017"/>
            <a:ext cx="5279417" cy="523220"/>
          </a:xfrm>
          <a:prstGeom prst="rect">
            <a:avLst/>
          </a:prstGeom>
          <a:noFill/>
        </p:spPr>
        <p:txBody>
          <a:bodyPr wrap="square">
            <a:spAutoFit/>
          </a:bodyPr>
          <a:lstStyle/>
          <a:p>
            <a:pPr marL="457200" indent="-457200">
              <a:buFont typeface="Arial" panose="020B0604020202020204" pitchFamily="34" charset="0"/>
              <a:buChar char="•"/>
            </a:pPr>
            <a:r>
              <a:rPr lang="en-US" sz="2800" b="1" dirty="0"/>
              <a:t>MATLAB-style Interface</a:t>
            </a:r>
          </a:p>
        </p:txBody>
      </p:sp>
      <p:sp>
        <p:nvSpPr>
          <p:cNvPr id="7" name="Hộp Văn bản 6">
            <a:extLst>
              <a:ext uri="{FF2B5EF4-FFF2-40B4-BE49-F238E27FC236}">
                <a16:creationId xmlns:a16="http://schemas.microsoft.com/office/drawing/2014/main" id="{39012B11-CEC8-4258-98F1-D3376A587DC5}"/>
              </a:ext>
            </a:extLst>
          </p:cNvPr>
          <p:cNvSpPr txBox="1"/>
          <p:nvPr/>
        </p:nvSpPr>
        <p:spPr>
          <a:xfrm>
            <a:off x="6322032" y="873159"/>
            <a:ext cx="5279417" cy="523220"/>
          </a:xfrm>
          <a:prstGeom prst="rect">
            <a:avLst/>
          </a:prstGeom>
          <a:noFill/>
        </p:spPr>
        <p:txBody>
          <a:bodyPr wrap="square">
            <a:spAutoFit/>
          </a:bodyPr>
          <a:lstStyle/>
          <a:p>
            <a:pPr marL="457200" indent="-457200">
              <a:buFont typeface="Arial" panose="020B0604020202020204" pitchFamily="34" charset="0"/>
              <a:buChar char="•"/>
            </a:pPr>
            <a:r>
              <a:rPr lang="en-US" sz="2800" b="1" dirty="0"/>
              <a:t>Object-oriented interface</a:t>
            </a:r>
          </a:p>
        </p:txBody>
      </p:sp>
      <p:pic>
        <p:nvPicPr>
          <p:cNvPr id="8" name="Hình ảnh 7">
            <a:extLst>
              <a:ext uri="{FF2B5EF4-FFF2-40B4-BE49-F238E27FC236}">
                <a16:creationId xmlns:a16="http://schemas.microsoft.com/office/drawing/2014/main" id="{239663A7-D8D2-493F-9597-FFE6EC9B332B}"/>
              </a:ext>
            </a:extLst>
          </p:cNvPr>
          <p:cNvPicPr>
            <a:picLocks noChangeAspect="1"/>
          </p:cNvPicPr>
          <p:nvPr/>
        </p:nvPicPr>
        <p:blipFill>
          <a:blip r:embed="rId2"/>
          <a:stretch>
            <a:fillRect/>
          </a:stretch>
        </p:blipFill>
        <p:spPr>
          <a:xfrm>
            <a:off x="816583" y="1886237"/>
            <a:ext cx="5077376" cy="4951425"/>
          </a:xfrm>
          <a:prstGeom prst="rect">
            <a:avLst/>
          </a:prstGeom>
        </p:spPr>
      </p:pic>
      <p:pic>
        <p:nvPicPr>
          <p:cNvPr id="10" name="Hình ảnh 9">
            <a:extLst>
              <a:ext uri="{FF2B5EF4-FFF2-40B4-BE49-F238E27FC236}">
                <a16:creationId xmlns:a16="http://schemas.microsoft.com/office/drawing/2014/main" id="{72276D4C-FA2E-42B8-973C-982F8B854F05}"/>
              </a:ext>
            </a:extLst>
          </p:cNvPr>
          <p:cNvPicPr>
            <a:picLocks noChangeAspect="1"/>
          </p:cNvPicPr>
          <p:nvPr/>
        </p:nvPicPr>
        <p:blipFill>
          <a:blip r:embed="rId3"/>
          <a:stretch>
            <a:fillRect/>
          </a:stretch>
        </p:blipFill>
        <p:spPr>
          <a:xfrm>
            <a:off x="6460610" y="1396379"/>
            <a:ext cx="4510599" cy="4581446"/>
          </a:xfrm>
          <a:prstGeom prst="rect">
            <a:avLst/>
          </a:prstGeom>
        </p:spPr>
      </p:pic>
      <p:sp>
        <p:nvSpPr>
          <p:cNvPr id="2" name="Rectangle 1">
            <a:extLst>
              <a:ext uri="{FF2B5EF4-FFF2-40B4-BE49-F238E27FC236}">
                <a16:creationId xmlns:a16="http://schemas.microsoft.com/office/drawing/2014/main" id="{15ABC71B-DB5B-4829-ADA7-0135AC294FD8}"/>
              </a:ext>
            </a:extLst>
          </p:cNvPr>
          <p:cNvSpPr/>
          <p:nvPr/>
        </p:nvSpPr>
        <p:spPr>
          <a:xfrm>
            <a:off x="6237514" y="873159"/>
            <a:ext cx="5279417" cy="53643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
            <a:extLst>
              <a:ext uri="{FF2B5EF4-FFF2-40B4-BE49-F238E27FC236}">
                <a16:creationId xmlns:a16="http://schemas.microsoft.com/office/drawing/2014/main" id="{5A8115E4-63DB-471F-8E2A-EE10678EB6B0}"/>
              </a:ext>
            </a:extLst>
          </p:cNvPr>
          <p:cNvSpPr>
            <a:spLocks noChangeArrowheads="1"/>
          </p:cNvSpPr>
          <p:nvPr/>
        </p:nvSpPr>
        <p:spPr bwMode="auto">
          <a:xfrm>
            <a:off x="5893959" y="6356719"/>
            <a:ext cx="62980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Arial" panose="020B0604020202020204" pitchFamily="34" charset="0"/>
              </a:rPr>
              <a:t>OO </a:t>
            </a:r>
            <a:r>
              <a:rPr kumimoji="0" lang="en-US" altLang="en-US" sz="2400" b="1" i="0" u="none" strike="noStrike" cap="none" normalizeH="0" baseline="0" dirty="0">
                <a:ln>
                  <a:noFill/>
                </a:ln>
                <a:solidFill>
                  <a:schemeClr val="tx1"/>
                </a:solidFill>
                <a:effectLst/>
                <a:latin typeface="Arial" panose="020B0604020202020204" pitchFamily="34" charset="0"/>
              </a:rPr>
              <a:t>Style:</a:t>
            </a:r>
            <a:r>
              <a:rPr kumimoji="0" lang="en-US" altLang="en-US" sz="2400" b="0" i="0" u="none" strike="noStrike" cap="none" normalizeH="0" baseline="0" dirty="0">
                <a:ln>
                  <a:noFill/>
                </a:ln>
                <a:solidFill>
                  <a:schemeClr val="tx1"/>
                </a:solidFill>
                <a:effectLst/>
                <a:latin typeface="Arial" panose="020B0604020202020204" pitchFamily="34" charset="0"/>
              </a:rPr>
              <a:t> Working directly with </a:t>
            </a:r>
            <a:r>
              <a:rPr kumimoji="0" lang="en-US" altLang="en-US" sz="1100" b="0" i="0" u="none" strike="noStrike" cap="none" normalizeH="0" baseline="0" dirty="0">
                <a:ln>
                  <a:noFill/>
                </a:ln>
                <a:solidFill>
                  <a:schemeClr val="tx1"/>
                </a:solidFill>
                <a:effectLst/>
                <a:latin typeface="Arial Unicode MS"/>
              </a:rPr>
              <a:t>Figure</a:t>
            </a:r>
            <a:r>
              <a:rPr kumimoji="0" lang="en-US" altLang="en-US" sz="1000" b="0" i="0" u="none" strike="noStrike" cap="none" normalizeH="0" baseline="0" dirty="0">
                <a:ln>
                  <a:noFill/>
                </a:ln>
                <a:solidFill>
                  <a:schemeClr val="tx1"/>
                </a:solidFill>
                <a:effectLst/>
              </a:rPr>
              <a:t> and </a:t>
            </a:r>
            <a:r>
              <a:rPr kumimoji="0" lang="en-US" altLang="en-US" sz="1100" b="0" i="0" u="none" strike="noStrike" cap="none" normalizeH="0" baseline="0" dirty="0">
                <a:ln>
                  <a:noFill/>
                </a:ln>
                <a:solidFill>
                  <a:schemeClr val="tx1"/>
                </a:solidFill>
                <a:effectLst/>
                <a:latin typeface="Arial Unicode MS"/>
              </a:rPr>
              <a:t>Axes</a:t>
            </a:r>
            <a:r>
              <a:rPr kumimoji="0" lang="en-US" altLang="en-US" sz="1000" b="0" i="0" u="none" strike="noStrike" cap="none" normalizeH="0" baseline="0" dirty="0">
                <a:ln>
                  <a:noFill/>
                </a:ln>
                <a:solidFill>
                  <a:schemeClr val="tx1"/>
                </a:solidFill>
                <a:effectLst/>
              </a:rPr>
              <a:t> objects.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2853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Hình ảnh 60">
            <a:extLst>
              <a:ext uri="{FF2B5EF4-FFF2-40B4-BE49-F238E27FC236}">
                <a16:creationId xmlns:a16="http://schemas.microsoft.com/office/drawing/2014/main" id="{710304BC-FEC1-0FBE-C98F-6266D57819A9}"/>
              </a:ext>
            </a:extLst>
          </p:cNvPr>
          <p:cNvPicPr>
            <a:picLocks noChangeAspect="1"/>
          </p:cNvPicPr>
          <p:nvPr/>
        </p:nvPicPr>
        <p:blipFill>
          <a:blip r:embed="rId2"/>
          <a:stretch>
            <a:fillRect/>
          </a:stretch>
        </p:blipFill>
        <p:spPr>
          <a:xfrm>
            <a:off x="1195969" y="933068"/>
            <a:ext cx="5000625" cy="5295900"/>
          </a:xfrm>
          <a:prstGeom prst="rect">
            <a:avLst/>
          </a:prstGeom>
        </p:spPr>
      </p:pic>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Parts of a Figure</a:t>
            </a:r>
            <a:endParaRPr lang="en-US" dirty="0">
              <a:latin typeface="+mn-lt"/>
            </a:endParaRP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7</a:t>
            </a:fld>
            <a:endParaRPr lang="en-US"/>
          </a:p>
        </p:txBody>
      </p:sp>
      <p:grpSp>
        <p:nvGrpSpPr>
          <p:cNvPr id="48" name="Nhóm 47">
            <a:extLst>
              <a:ext uri="{FF2B5EF4-FFF2-40B4-BE49-F238E27FC236}">
                <a16:creationId xmlns:a16="http://schemas.microsoft.com/office/drawing/2014/main" id="{E2FE19E2-C1F9-13A8-6022-25C259692C61}"/>
              </a:ext>
            </a:extLst>
          </p:cNvPr>
          <p:cNvGrpSpPr/>
          <p:nvPr/>
        </p:nvGrpSpPr>
        <p:grpSpPr>
          <a:xfrm>
            <a:off x="5288436" y="819193"/>
            <a:ext cx="6484463" cy="4591794"/>
            <a:chOff x="5288436" y="819193"/>
            <a:chExt cx="6484463" cy="4591794"/>
          </a:xfrm>
        </p:grpSpPr>
        <p:grpSp>
          <p:nvGrpSpPr>
            <p:cNvPr id="47" name="Nhóm 46">
              <a:extLst>
                <a:ext uri="{FF2B5EF4-FFF2-40B4-BE49-F238E27FC236}">
                  <a16:creationId xmlns:a16="http://schemas.microsoft.com/office/drawing/2014/main" id="{4447B8AD-7BB0-6B03-723E-11A2782FE221}"/>
                </a:ext>
              </a:extLst>
            </p:cNvPr>
            <p:cNvGrpSpPr/>
            <p:nvPr/>
          </p:nvGrpSpPr>
          <p:grpSpPr>
            <a:xfrm>
              <a:off x="7324626" y="1676950"/>
              <a:ext cx="4448273" cy="3734037"/>
              <a:chOff x="7324626" y="1676950"/>
              <a:chExt cx="4448273" cy="3734037"/>
            </a:xfrm>
          </p:grpSpPr>
          <p:sp>
            <p:nvSpPr>
              <p:cNvPr id="7" name="Hình chữ nhật: Góc Tròn 6">
                <a:extLst>
                  <a:ext uri="{FF2B5EF4-FFF2-40B4-BE49-F238E27FC236}">
                    <a16:creationId xmlns:a16="http://schemas.microsoft.com/office/drawing/2014/main" id="{05025B43-4FFF-30F7-3F5C-4700CD74967E}"/>
                  </a:ext>
                </a:extLst>
              </p:cNvPr>
              <p:cNvSpPr/>
              <p:nvPr/>
            </p:nvSpPr>
            <p:spPr>
              <a:xfrm>
                <a:off x="7324626" y="1966261"/>
                <a:ext cx="4448273" cy="3444726"/>
              </a:xfrm>
              <a:prstGeom prst="roundRect">
                <a:avLst>
                  <a:gd name="adj" fmla="val 3276"/>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Hộp Văn bản 44">
                <a:extLst>
                  <a:ext uri="{FF2B5EF4-FFF2-40B4-BE49-F238E27FC236}">
                    <a16:creationId xmlns:a16="http://schemas.microsoft.com/office/drawing/2014/main" id="{8C8049DC-D80D-BEF3-FD32-1E0FB2EE8629}"/>
                  </a:ext>
                </a:extLst>
              </p:cNvPr>
              <p:cNvSpPr txBox="1"/>
              <p:nvPr/>
            </p:nvSpPr>
            <p:spPr>
              <a:xfrm>
                <a:off x="7324626" y="1676950"/>
                <a:ext cx="860981" cy="369332"/>
              </a:xfrm>
              <a:prstGeom prst="rect">
                <a:avLst/>
              </a:prstGeom>
              <a:noFill/>
            </p:spPr>
            <p:txBody>
              <a:bodyPr wrap="square" rtlCol="0">
                <a:spAutoFit/>
              </a:bodyPr>
              <a:lstStyle/>
              <a:p>
                <a:r>
                  <a:rPr lang="en-GB" dirty="0"/>
                  <a:t>figure</a:t>
                </a:r>
                <a:endParaRPr lang="en-US" dirty="0"/>
              </a:p>
            </p:txBody>
          </p:sp>
        </p:grpSp>
        <p:grpSp>
          <p:nvGrpSpPr>
            <p:cNvPr id="14" name="Nhóm 13">
              <a:extLst>
                <a:ext uri="{FF2B5EF4-FFF2-40B4-BE49-F238E27FC236}">
                  <a16:creationId xmlns:a16="http://schemas.microsoft.com/office/drawing/2014/main" id="{58D96E2D-BCA0-CD6F-9E8B-043D7B938713}"/>
                </a:ext>
              </a:extLst>
            </p:cNvPr>
            <p:cNvGrpSpPr/>
            <p:nvPr/>
          </p:nvGrpSpPr>
          <p:grpSpPr>
            <a:xfrm>
              <a:off x="5288436" y="819193"/>
              <a:ext cx="2036190" cy="1215300"/>
              <a:chOff x="5288436" y="819193"/>
              <a:chExt cx="2036190" cy="1215300"/>
            </a:xfrm>
          </p:grpSpPr>
          <p:cxnSp>
            <p:nvCxnSpPr>
              <p:cNvPr id="11" name="Đường kết nối: Cong 10">
                <a:extLst>
                  <a:ext uri="{FF2B5EF4-FFF2-40B4-BE49-F238E27FC236}">
                    <a16:creationId xmlns:a16="http://schemas.microsoft.com/office/drawing/2014/main" id="{00466ABA-EC9B-3C71-3376-573E14F45696}"/>
                  </a:ext>
                </a:extLst>
              </p:cNvPr>
              <p:cNvCxnSpPr>
                <a:cxnSpLocks/>
                <a:stCxn id="12" idx="3"/>
              </p:cNvCxnSpPr>
              <p:nvPr/>
            </p:nvCxnSpPr>
            <p:spPr>
              <a:xfrm>
                <a:off x="6196594" y="1241595"/>
                <a:ext cx="1128032" cy="792898"/>
              </a:xfrm>
              <a:prstGeom prst="curvedConnector3">
                <a:avLst/>
              </a:prstGeom>
              <a:ln>
                <a:tailEnd type="triangle"/>
              </a:ln>
            </p:spPr>
            <p:style>
              <a:lnRef idx="3">
                <a:schemeClr val="accent1"/>
              </a:lnRef>
              <a:fillRef idx="0">
                <a:schemeClr val="accent1"/>
              </a:fillRef>
              <a:effectRef idx="2">
                <a:schemeClr val="accent1"/>
              </a:effectRef>
              <a:fontRef idx="minor">
                <a:schemeClr val="tx1"/>
              </a:fontRef>
            </p:style>
          </p:cxnSp>
          <p:sp>
            <p:nvSpPr>
              <p:cNvPr id="12" name="Hình chữ nhật: Góc Tròn 11">
                <a:extLst>
                  <a:ext uri="{FF2B5EF4-FFF2-40B4-BE49-F238E27FC236}">
                    <a16:creationId xmlns:a16="http://schemas.microsoft.com/office/drawing/2014/main" id="{D54D12B9-7E59-9A5A-633C-93419252EB4A}"/>
                  </a:ext>
                </a:extLst>
              </p:cNvPr>
              <p:cNvSpPr/>
              <p:nvPr/>
            </p:nvSpPr>
            <p:spPr>
              <a:xfrm>
                <a:off x="5288436" y="819193"/>
                <a:ext cx="908158" cy="844803"/>
              </a:xfrm>
              <a:prstGeom prst="roundRect">
                <a:avLst>
                  <a:gd name="adj" fmla="val 11348"/>
                </a:avLst>
              </a:prstGeom>
              <a:solidFill>
                <a:schemeClr val="accent1">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3" name="Nhóm 22">
            <a:extLst>
              <a:ext uri="{FF2B5EF4-FFF2-40B4-BE49-F238E27FC236}">
                <a16:creationId xmlns:a16="http://schemas.microsoft.com/office/drawing/2014/main" id="{D1D68151-E220-ACEB-EC6B-3FAF99A7EEDA}"/>
              </a:ext>
            </a:extLst>
          </p:cNvPr>
          <p:cNvGrpSpPr/>
          <p:nvPr/>
        </p:nvGrpSpPr>
        <p:grpSpPr>
          <a:xfrm>
            <a:off x="3778527" y="2119306"/>
            <a:ext cx="7778397" cy="3392899"/>
            <a:chOff x="3778527" y="2119306"/>
            <a:chExt cx="7778397" cy="3392899"/>
          </a:xfrm>
        </p:grpSpPr>
        <p:grpSp>
          <p:nvGrpSpPr>
            <p:cNvPr id="15" name="Nhóm 14">
              <a:extLst>
                <a:ext uri="{FF2B5EF4-FFF2-40B4-BE49-F238E27FC236}">
                  <a16:creationId xmlns:a16="http://schemas.microsoft.com/office/drawing/2014/main" id="{50F7A769-C5F0-7ED8-3008-39E77E6E5896}"/>
                </a:ext>
              </a:extLst>
            </p:cNvPr>
            <p:cNvGrpSpPr/>
            <p:nvPr/>
          </p:nvGrpSpPr>
          <p:grpSpPr>
            <a:xfrm>
              <a:off x="3778527" y="3581019"/>
              <a:ext cx="3875835" cy="1931186"/>
              <a:chOff x="5549195" y="2344537"/>
              <a:chExt cx="3875835" cy="1931186"/>
            </a:xfrm>
          </p:grpSpPr>
          <p:cxnSp>
            <p:nvCxnSpPr>
              <p:cNvPr id="16" name="Đường kết nối: Cong 15">
                <a:extLst>
                  <a:ext uri="{FF2B5EF4-FFF2-40B4-BE49-F238E27FC236}">
                    <a16:creationId xmlns:a16="http://schemas.microsoft.com/office/drawing/2014/main" id="{48988C94-781B-0B66-EEE7-400A0E9EF03C}"/>
                  </a:ext>
                </a:extLst>
              </p:cNvPr>
              <p:cNvCxnSpPr>
                <a:cxnSpLocks/>
                <a:stCxn id="17" idx="3"/>
                <a:endCxn id="20" idx="1"/>
              </p:cNvCxnSpPr>
              <p:nvPr/>
            </p:nvCxnSpPr>
            <p:spPr>
              <a:xfrm flipV="1">
                <a:off x="6552218" y="2344537"/>
                <a:ext cx="2872812" cy="1549879"/>
              </a:xfrm>
              <a:prstGeom prst="curved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Hình chữ nhật: Góc Tròn 16">
                <a:extLst>
                  <a:ext uri="{FF2B5EF4-FFF2-40B4-BE49-F238E27FC236}">
                    <a16:creationId xmlns:a16="http://schemas.microsoft.com/office/drawing/2014/main" id="{9C4FE78A-067A-18B2-CC7B-1DF185C2946D}"/>
                  </a:ext>
                </a:extLst>
              </p:cNvPr>
              <p:cNvSpPr/>
              <p:nvPr/>
            </p:nvSpPr>
            <p:spPr>
              <a:xfrm>
                <a:off x="5549195" y="3513108"/>
                <a:ext cx="1003023" cy="762615"/>
              </a:xfrm>
              <a:prstGeom prst="roundRect">
                <a:avLst>
                  <a:gd name="adj" fmla="val 11348"/>
                </a:avLst>
              </a:prstGeom>
              <a:solidFill>
                <a:schemeClr val="accent1">
                  <a:alpha val="2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pic>
          <p:nvPicPr>
            <p:cNvPr id="20" name="Hình ảnh 19">
              <a:extLst>
                <a:ext uri="{FF2B5EF4-FFF2-40B4-BE49-F238E27FC236}">
                  <a16:creationId xmlns:a16="http://schemas.microsoft.com/office/drawing/2014/main" id="{57754406-64CF-788E-0837-877A63B051E8}"/>
                </a:ext>
              </a:extLst>
            </p:cNvPr>
            <p:cNvPicPr>
              <a:picLocks noChangeAspect="1"/>
            </p:cNvPicPr>
            <p:nvPr/>
          </p:nvPicPr>
          <p:blipFill>
            <a:blip r:embed="rId3"/>
            <a:stretch>
              <a:fillRect/>
            </a:stretch>
          </p:blipFill>
          <p:spPr>
            <a:xfrm>
              <a:off x="7654362" y="2119306"/>
              <a:ext cx="3902562" cy="2923425"/>
            </a:xfrm>
            <a:prstGeom prst="rect">
              <a:avLst/>
            </a:prstGeom>
          </p:spPr>
        </p:pic>
      </p:grpSp>
      <p:grpSp>
        <p:nvGrpSpPr>
          <p:cNvPr id="37" name="Nhóm 36">
            <a:extLst>
              <a:ext uri="{FF2B5EF4-FFF2-40B4-BE49-F238E27FC236}">
                <a16:creationId xmlns:a16="http://schemas.microsoft.com/office/drawing/2014/main" id="{9703F813-9E7F-BDC6-9693-03BA82D63A95}"/>
              </a:ext>
            </a:extLst>
          </p:cNvPr>
          <p:cNvGrpSpPr/>
          <p:nvPr/>
        </p:nvGrpSpPr>
        <p:grpSpPr>
          <a:xfrm>
            <a:off x="2428875" y="1189692"/>
            <a:ext cx="8492212" cy="1583475"/>
            <a:chOff x="2428875" y="1189692"/>
            <a:chExt cx="8492212" cy="1583475"/>
          </a:xfrm>
        </p:grpSpPr>
        <p:grpSp>
          <p:nvGrpSpPr>
            <p:cNvPr id="25" name="Nhóm 24">
              <a:extLst>
                <a:ext uri="{FF2B5EF4-FFF2-40B4-BE49-F238E27FC236}">
                  <a16:creationId xmlns:a16="http://schemas.microsoft.com/office/drawing/2014/main" id="{28BABB90-2B8F-DA75-3EA6-E3795B3DA486}"/>
                </a:ext>
              </a:extLst>
            </p:cNvPr>
            <p:cNvGrpSpPr/>
            <p:nvPr/>
          </p:nvGrpSpPr>
          <p:grpSpPr>
            <a:xfrm>
              <a:off x="2428875" y="1189692"/>
              <a:ext cx="6375759" cy="1398809"/>
              <a:chOff x="4988151" y="544881"/>
              <a:chExt cx="6375759" cy="1398809"/>
            </a:xfrm>
          </p:grpSpPr>
          <p:cxnSp>
            <p:nvCxnSpPr>
              <p:cNvPr id="26" name="Đường kết nối: Cong 25">
                <a:extLst>
                  <a:ext uri="{FF2B5EF4-FFF2-40B4-BE49-F238E27FC236}">
                    <a16:creationId xmlns:a16="http://schemas.microsoft.com/office/drawing/2014/main" id="{36994296-D6C5-104B-F331-57F1B2C4804E}"/>
                  </a:ext>
                </a:extLst>
              </p:cNvPr>
              <p:cNvCxnSpPr>
                <a:cxnSpLocks/>
                <a:stCxn id="27" idx="2"/>
                <a:endCxn id="34" idx="1"/>
              </p:cNvCxnSpPr>
              <p:nvPr/>
            </p:nvCxnSpPr>
            <p:spPr>
              <a:xfrm rot="16200000" flipH="1">
                <a:off x="8573854" y="-846366"/>
                <a:ext cx="554006" cy="5026106"/>
              </a:xfrm>
              <a:prstGeom prst="curved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27" name="Hình chữ nhật: Góc Tròn 26">
                <a:extLst>
                  <a:ext uri="{FF2B5EF4-FFF2-40B4-BE49-F238E27FC236}">
                    <a16:creationId xmlns:a16="http://schemas.microsoft.com/office/drawing/2014/main" id="{7E780581-2E84-43B9-130B-78731411C14A}"/>
                  </a:ext>
                </a:extLst>
              </p:cNvPr>
              <p:cNvSpPr/>
              <p:nvPr/>
            </p:nvSpPr>
            <p:spPr>
              <a:xfrm>
                <a:off x="4988151" y="544881"/>
                <a:ext cx="2699305" cy="844803"/>
              </a:xfrm>
              <a:prstGeom prst="roundRect">
                <a:avLst>
                  <a:gd name="adj" fmla="val 11348"/>
                </a:avLst>
              </a:prstGeom>
              <a:solidFill>
                <a:schemeClr val="accent1">
                  <a:alpha val="2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Hộp Văn bản 33">
              <a:extLst>
                <a:ext uri="{FF2B5EF4-FFF2-40B4-BE49-F238E27FC236}">
                  <a16:creationId xmlns:a16="http://schemas.microsoft.com/office/drawing/2014/main" id="{140DF3F1-48BF-2332-CE37-FE3563DD7524}"/>
                </a:ext>
              </a:extLst>
            </p:cNvPr>
            <p:cNvSpPr txBox="1"/>
            <p:nvPr/>
          </p:nvSpPr>
          <p:spPr>
            <a:xfrm>
              <a:off x="8804634" y="2403835"/>
              <a:ext cx="2116453" cy="369332"/>
            </a:xfrm>
            <a:prstGeom prst="rect">
              <a:avLst/>
            </a:prstGeom>
            <a:noFill/>
          </p:spPr>
          <p:txBody>
            <a:bodyPr wrap="square" rtlCol="0">
              <a:spAutoFit/>
            </a:bodyPr>
            <a:lstStyle/>
            <a:p>
              <a:r>
                <a:rPr lang="en-GB" dirty="0"/>
                <a:t>The </a:t>
              </a:r>
              <a:r>
                <a:rPr lang="en-GB" dirty="0" err="1"/>
                <a:t>tilte</a:t>
              </a:r>
              <a:r>
                <a:rPr lang="en-GB" dirty="0"/>
                <a:t> of chart</a:t>
              </a:r>
              <a:endParaRPr lang="en-US" dirty="0"/>
            </a:p>
          </p:txBody>
        </p:sp>
      </p:grpSp>
      <p:grpSp>
        <p:nvGrpSpPr>
          <p:cNvPr id="44" name="Nhóm 43">
            <a:extLst>
              <a:ext uri="{FF2B5EF4-FFF2-40B4-BE49-F238E27FC236}">
                <a16:creationId xmlns:a16="http://schemas.microsoft.com/office/drawing/2014/main" id="{05077E29-E0CE-213C-E6BA-03F1C0325088}"/>
              </a:ext>
            </a:extLst>
          </p:cNvPr>
          <p:cNvGrpSpPr/>
          <p:nvPr/>
        </p:nvGrpSpPr>
        <p:grpSpPr>
          <a:xfrm>
            <a:off x="3212968" y="2584197"/>
            <a:ext cx="7882381" cy="1954790"/>
            <a:chOff x="3212968" y="2584197"/>
            <a:chExt cx="7882381" cy="1954790"/>
          </a:xfrm>
        </p:grpSpPr>
        <p:pic>
          <p:nvPicPr>
            <p:cNvPr id="1028" name="Picture 4" descr="enter image description here">
              <a:extLst>
                <a:ext uri="{FF2B5EF4-FFF2-40B4-BE49-F238E27FC236}">
                  <a16:creationId xmlns:a16="http://schemas.microsoft.com/office/drawing/2014/main" id="{525C1F37-ADD2-A7AC-7EEE-698F5C50973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858" t="6493" r="4244" b="4226"/>
            <a:stretch/>
          </p:blipFill>
          <p:spPr bwMode="auto">
            <a:xfrm>
              <a:off x="8480981" y="2863522"/>
              <a:ext cx="2614368" cy="1675465"/>
            </a:xfrm>
            <a:prstGeom prst="rect">
              <a:avLst/>
            </a:prstGeom>
            <a:noFill/>
            <a:extLst>
              <a:ext uri="{909E8E84-426E-40DD-AFC4-6F175D3DCCD1}">
                <a14:hiddenFill xmlns:a14="http://schemas.microsoft.com/office/drawing/2010/main">
                  <a:solidFill>
                    <a:srgbClr val="FFFFFF"/>
                  </a:solidFill>
                </a14:hiddenFill>
              </a:ext>
            </a:extLst>
          </p:spPr>
        </p:pic>
        <p:grpSp>
          <p:nvGrpSpPr>
            <p:cNvPr id="40" name="Nhóm 39">
              <a:extLst>
                <a:ext uri="{FF2B5EF4-FFF2-40B4-BE49-F238E27FC236}">
                  <a16:creationId xmlns:a16="http://schemas.microsoft.com/office/drawing/2014/main" id="{1677589D-ED15-13F0-A642-05D62826B0E3}"/>
                </a:ext>
              </a:extLst>
            </p:cNvPr>
            <p:cNvGrpSpPr/>
            <p:nvPr/>
          </p:nvGrpSpPr>
          <p:grpSpPr>
            <a:xfrm>
              <a:off x="3212968" y="2584197"/>
              <a:ext cx="5268013" cy="1134114"/>
              <a:chOff x="5728354" y="819193"/>
              <a:chExt cx="5268013" cy="1134114"/>
            </a:xfrm>
          </p:grpSpPr>
          <p:cxnSp>
            <p:nvCxnSpPr>
              <p:cNvPr id="41" name="Đường kết nối: Cong 40">
                <a:extLst>
                  <a:ext uri="{FF2B5EF4-FFF2-40B4-BE49-F238E27FC236}">
                    <a16:creationId xmlns:a16="http://schemas.microsoft.com/office/drawing/2014/main" id="{BDABE9F8-1769-4AE5-5292-B7CBE5A602B8}"/>
                  </a:ext>
                </a:extLst>
              </p:cNvPr>
              <p:cNvCxnSpPr>
                <a:cxnSpLocks/>
                <a:stCxn id="42" idx="3"/>
              </p:cNvCxnSpPr>
              <p:nvPr/>
            </p:nvCxnSpPr>
            <p:spPr>
              <a:xfrm>
                <a:off x="6463645" y="1241595"/>
                <a:ext cx="4532722" cy="711712"/>
              </a:xfrm>
              <a:prstGeom prst="curvedConnector3">
                <a:avLst>
                  <a:gd name="adj1" fmla="val 82652"/>
                </a:avLst>
              </a:prstGeom>
              <a:ln>
                <a:tailEnd type="triangle"/>
              </a:ln>
            </p:spPr>
            <p:style>
              <a:lnRef idx="3">
                <a:schemeClr val="accent1"/>
              </a:lnRef>
              <a:fillRef idx="0">
                <a:schemeClr val="accent1"/>
              </a:fillRef>
              <a:effectRef idx="2">
                <a:schemeClr val="accent1"/>
              </a:effectRef>
              <a:fontRef idx="minor">
                <a:schemeClr val="tx1"/>
              </a:fontRef>
            </p:style>
          </p:cxnSp>
          <p:sp>
            <p:nvSpPr>
              <p:cNvPr id="42" name="Hình chữ nhật: Góc Tròn 41">
                <a:extLst>
                  <a:ext uri="{FF2B5EF4-FFF2-40B4-BE49-F238E27FC236}">
                    <a16:creationId xmlns:a16="http://schemas.microsoft.com/office/drawing/2014/main" id="{B2A88D88-1489-6013-18DD-93E6BE69CF5B}"/>
                  </a:ext>
                </a:extLst>
              </p:cNvPr>
              <p:cNvSpPr/>
              <p:nvPr/>
            </p:nvSpPr>
            <p:spPr>
              <a:xfrm>
                <a:off x="5728354" y="819193"/>
                <a:ext cx="735291" cy="844803"/>
              </a:xfrm>
              <a:prstGeom prst="roundRect">
                <a:avLst>
                  <a:gd name="adj" fmla="val 11348"/>
                </a:avLst>
              </a:prstGeom>
              <a:solidFill>
                <a:schemeClr val="accent1">
                  <a:alpha val="2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Tree>
    <p:extLst>
      <p:ext uri="{BB962C8B-B14F-4D97-AF65-F5344CB8AC3E}">
        <p14:creationId xmlns:p14="http://schemas.microsoft.com/office/powerpoint/2010/main" val="372304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randombar(horizontal)">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arn(inVertical)">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1000"/>
                                        <p:tgtEl>
                                          <p:spTgt spid="37"/>
                                        </p:tgtEl>
                                      </p:cBhvr>
                                    </p:animEffect>
                                    <p:anim calcmode="lin" valueType="num">
                                      <p:cBhvr>
                                        <p:cTn id="18" dur="1000" fill="hold"/>
                                        <p:tgtEl>
                                          <p:spTgt spid="37"/>
                                        </p:tgtEl>
                                        <p:attrNameLst>
                                          <p:attrName>ppt_x</p:attrName>
                                        </p:attrNameLst>
                                      </p:cBhvr>
                                      <p:tavLst>
                                        <p:tav tm="0">
                                          <p:val>
                                            <p:strVal val="#ppt_x"/>
                                          </p:val>
                                        </p:tav>
                                        <p:tav tm="100000">
                                          <p:val>
                                            <p:strVal val="#ppt_x"/>
                                          </p:val>
                                        </p:tav>
                                      </p:tavLst>
                                    </p:anim>
                                    <p:anim calcmode="lin" valueType="num">
                                      <p:cBhvr>
                                        <p:cTn id="1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fade">
                                      <p:cBhvr>
                                        <p:cTn id="24" dur="1000"/>
                                        <p:tgtEl>
                                          <p:spTgt spid="44"/>
                                        </p:tgtEl>
                                      </p:cBhvr>
                                    </p:animEffect>
                                    <p:anim calcmode="lin" valueType="num">
                                      <p:cBhvr>
                                        <p:cTn id="25" dur="1000" fill="hold"/>
                                        <p:tgtEl>
                                          <p:spTgt spid="44"/>
                                        </p:tgtEl>
                                        <p:attrNameLst>
                                          <p:attrName>ppt_x</p:attrName>
                                        </p:attrNameLst>
                                      </p:cBhvr>
                                      <p:tavLst>
                                        <p:tav tm="0">
                                          <p:val>
                                            <p:strVal val="#ppt_x"/>
                                          </p:val>
                                        </p:tav>
                                        <p:tav tm="100000">
                                          <p:val>
                                            <p:strVal val="#ppt_x"/>
                                          </p:val>
                                        </p:tav>
                                      </p:tavLst>
                                    </p:anim>
                                    <p:anim calcmode="lin" valueType="num">
                                      <p:cBhvr>
                                        <p:cTn id="26"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29C91CD6-27B3-A909-A01E-9AC26C50CB44}"/>
              </a:ext>
            </a:extLst>
          </p:cNvPr>
          <p:cNvSpPr>
            <a:spLocks noGrp="1"/>
          </p:cNvSpPr>
          <p:nvPr>
            <p:ph type="title"/>
          </p:nvPr>
        </p:nvSpPr>
        <p:spPr/>
        <p:txBody>
          <a:bodyPr>
            <a:normAutofit fontScale="90000"/>
          </a:bodyPr>
          <a:lstStyle/>
          <a:p>
            <a:r>
              <a:rPr lang="en-GB" dirty="0">
                <a:latin typeface="+mn-lt"/>
              </a:rPr>
              <a:t>Parts of a Figure</a:t>
            </a:r>
            <a:endParaRPr lang="en-US" dirty="0"/>
          </a:p>
        </p:txBody>
      </p:sp>
      <p:sp>
        <p:nvSpPr>
          <p:cNvPr id="4" name="Chỗ dành sẵn cho Số hiệu Bản chiếu 3">
            <a:extLst>
              <a:ext uri="{FF2B5EF4-FFF2-40B4-BE49-F238E27FC236}">
                <a16:creationId xmlns:a16="http://schemas.microsoft.com/office/drawing/2014/main" id="{CFBD7A5C-4096-9A56-C2F3-6A74EB27A8A7}"/>
              </a:ext>
            </a:extLst>
          </p:cNvPr>
          <p:cNvSpPr>
            <a:spLocks noGrp="1"/>
          </p:cNvSpPr>
          <p:nvPr>
            <p:ph type="sldNum" sz="quarter" idx="4"/>
          </p:nvPr>
        </p:nvSpPr>
        <p:spPr/>
        <p:txBody>
          <a:bodyPr/>
          <a:lstStyle/>
          <a:p>
            <a:fld id="{4C8DC224-4589-4F63-9A47-BDC85642E9A5}" type="slidenum">
              <a:rPr lang="en-US" smtClean="0"/>
              <a:t>8</a:t>
            </a:fld>
            <a:endParaRPr lang="en-US"/>
          </a:p>
        </p:txBody>
      </p:sp>
      <p:pic>
        <p:nvPicPr>
          <p:cNvPr id="6" name="Hình ảnh 5">
            <a:extLst>
              <a:ext uri="{FF2B5EF4-FFF2-40B4-BE49-F238E27FC236}">
                <a16:creationId xmlns:a16="http://schemas.microsoft.com/office/drawing/2014/main" id="{E4E48520-4F74-60F6-299E-618FF973B5CC}"/>
              </a:ext>
            </a:extLst>
          </p:cNvPr>
          <p:cNvPicPr>
            <a:picLocks noChangeAspect="1"/>
          </p:cNvPicPr>
          <p:nvPr/>
        </p:nvPicPr>
        <p:blipFill>
          <a:blip r:embed="rId2"/>
          <a:stretch>
            <a:fillRect/>
          </a:stretch>
        </p:blipFill>
        <p:spPr>
          <a:xfrm>
            <a:off x="974610" y="946221"/>
            <a:ext cx="5757862" cy="5749854"/>
          </a:xfrm>
          <a:prstGeom prst="rect">
            <a:avLst/>
          </a:prstGeom>
        </p:spPr>
      </p:pic>
    </p:spTree>
    <p:extLst>
      <p:ext uri="{BB962C8B-B14F-4D97-AF65-F5344CB8AC3E}">
        <p14:creationId xmlns:p14="http://schemas.microsoft.com/office/powerpoint/2010/main" val="3904896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E079E737-01CC-4258-A696-51C296CA5C2E}"/>
              </a:ext>
            </a:extLst>
          </p:cNvPr>
          <p:cNvSpPr>
            <a:spLocks noGrp="1"/>
          </p:cNvSpPr>
          <p:nvPr>
            <p:ph type="title"/>
          </p:nvPr>
        </p:nvSpPr>
        <p:spPr/>
        <p:txBody>
          <a:bodyPr>
            <a:normAutofit fontScale="90000"/>
          </a:bodyPr>
          <a:lstStyle/>
          <a:p>
            <a:r>
              <a:rPr lang="en-US" dirty="0">
                <a:latin typeface="+mn-lt"/>
              </a:rPr>
              <a:t>Practice: Data Visualization - California Cities </a:t>
            </a:r>
          </a:p>
        </p:txBody>
      </p:sp>
      <p:sp>
        <p:nvSpPr>
          <p:cNvPr id="4" name="Chỗ dành sẵn cho Số hiệu Bản chiếu 3">
            <a:extLst>
              <a:ext uri="{FF2B5EF4-FFF2-40B4-BE49-F238E27FC236}">
                <a16:creationId xmlns:a16="http://schemas.microsoft.com/office/drawing/2014/main" id="{C4A7F3EE-3915-4398-A80A-91DEED8BE71B}"/>
              </a:ext>
            </a:extLst>
          </p:cNvPr>
          <p:cNvSpPr>
            <a:spLocks noGrp="1"/>
          </p:cNvSpPr>
          <p:nvPr>
            <p:ph type="sldNum" sz="quarter" idx="4"/>
          </p:nvPr>
        </p:nvSpPr>
        <p:spPr/>
        <p:txBody>
          <a:bodyPr/>
          <a:lstStyle/>
          <a:p>
            <a:fld id="{4C8DC224-4589-4F63-9A47-BDC85642E9A5}" type="slidenum">
              <a:rPr lang="en-US" smtClean="0"/>
              <a:t>9</a:t>
            </a:fld>
            <a:endParaRPr lang="en-US"/>
          </a:p>
        </p:txBody>
      </p:sp>
      <p:pic>
        <p:nvPicPr>
          <p:cNvPr id="6" name="Hình ảnh 5">
            <a:extLst>
              <a:ext uri="{FF2B5EF4-FFF2-40B4-BE49-F238E27FC236}">
                <a16:creationId xmlns:a16="http://schemas.microsoft.com/office/drawing/2014/main" id="{9E0A6B3D-16FF-4AB1-A62B-D4028EB1AFE3}"/>
              </a:ext>
            </a:extLst>
          </p:cNvPr>
          <p:cNvPicPr>
            <a:picLocks noChangeAspect="1"/>
          </p:cNvPicPr>
          <p:nvPr/>
        </p:nvPicPr>
        <p:blipFill rotWithShape="1">
          <a:blip r:embed="rId2"/>
          <a:srcRect r="5765"/>
          <a:stretch/>
        </p:blipFill>
        <p:spPr>
          <a:xfrm>
            <a:off x="5201109" y="925250"/>
            <a:ext cx="6990891" cy="5646658"/>
          </a:xfrm>
          <a:prstGeom prst="rect">
            <a:avLst/>
          </a:prstGeom>
        </p:spPr>
      </p:pic>
      <p:pic>
        <p:nvPicPr>
          <p:cNvPr id="8" name="Hình ảnh 7">
            <a:extLst>
              <a:ext uri="{FF2B5EF4-FFF2-40B4-BE49-F238E27FC236}">
                <a16:creationId xmlns:a16="http://schemas.microsoft.com/office/drawing/2014/main" id="{AAD6785F-9E9D-4AD5-8FB6-214E8E7C5D57}"/>
              </a:ext>
            </a:extLst>
          </p:cNvPr>
          <p:cNvPicPr>
            <a:picLocks noChangeAspect="1"/>
          </p:cNvPicPr>
          <p:nvPr/>
        </p:nvPicPr>
        <p:blipFill>
          <a:blip r:embed="rId3"/>
          <a:stretch>
            <a:fillRect/>
          </a:stretch>
        </p:blipFill>
        <p:spPr>
          <a:xfrm>
            <a:off x="174838" y="979679"/>
            <a:ext cx="4953000" cy="447675"/>
          </a:xfrm>
          <a:prstGeom prst="rect">
            <a:avLst/>
          </a:prstGeom>
        </p:spPr>
      </p:pic>
      <p:pic>
        <p:nvPicPr>
          <p:cNvPr id="2050" name="Picture 2" descr="California Map with Counties">
            <a:extLst>
              <a:ext uri="{FF2B5EF4-FFF2-40B4-BE49-F238E27FC236}">
                <a16:creationId xmlns:a16="http://schemas.microsoft.com/office/drawing/2014/main" id="{11CD18B6-252C-4F79-93BE-3AC98797EC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440" y="1641958"/>
            <a:ext cx="4057650" cy="482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7831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Multiple Subplots</a:t>
            </a:r>
            <a:endParaRPr lang="en-US" dirty="0">
              <a:latin typeface="+mn-lt"/>
            </a:endParaRP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10</a:t>
            </a:fld>
            <a:endParaRPr lang="en-US"/>
          </a:p>
        </p:txBody>
      </p:sp>
      <p:sp>
        <p:nvSpPr>
          <p:cNvPr id="15" name="Rectangle 4">
            <a:extLst>
              <a:ext uri="{FF2B5EF4-FFF2-40B4-BE49-F238E27FC236}">
                <a16:creationId xmlns:a16="http://schemas.microsoft.com/office/drawing/2014/main" id="{9902368A-F135-A5EB-17CB-25DC2BD81701}"/>
              </a:ext>
            </a:extLst>
          </p:cNvPr>
          <p:cNvSpPr>
            <a:spLocks noChangeArrowheads="1"/>
          </p:cNvSpPr>
          <p:nvPr/>
        </p:nvSpPr>
        <p:spPr bwMode="auto">
          <a:xfrm>
            <a:off x="1200150" y="1165227"/>
            <a:ext cx="10316935" cy="34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Introduction to Using </a:t>
            </a:r>
            <a:r>
              <a:rPr kumimoji="0" lang="en-US" altLang="en-US" sz="2800" b="1" i="0" u="none" strike="noStrike" cap="none" normalizeH="0" baseline="0" dirty="0" err="1">
                <a:ln>
                  <a:noFill/>
                </a:ln>
                <a:solidFill>
                  <a:schemeClr val="tx1"/>
                </a:solidFill>
                <a:effectLst/>
                <a:latin typeface="Arial" panose="020B0604020202020204" pitchFamily="34" charset="0"/>
              </a:rPr>
              <a:t>thefollowing</a:t>
            </a:r>
            <a:r>
              <a:rPr kumimoji="0" lang="en-US" altLang="en-US" sz="2800" b="1" i="0" u="none" strike="noStrike" cap="none" normalizeH="0" baseline="0" dirty="0">
                <a:ln>
                  <a:noFill/>
                </a:ln>
                <a:solidFill>
                  <a:schemeClr val="tx1"/>
                </a:solidFill>
                <a:effectLst/>
                <a:latin typeface="Arial" panose="020B0604020202020204" pitchFamily="34" charset="0"/>
              </a:rPr>
              <a:t> methods in OOP style:  </a:t>
            </a:r>
          </a:p>
          <a:p>
            <a:pPr marL="914400" lvl="1" indent="-457200" eaLnBrk="0" fontAlgn="base" hangingPunct="0">
              <a:lnSpc>
                <a:spcPct val="200000"/>
              </a:lnSpc>
              <a:spcBef>
                <a:spcPct val="0"/>
              </a:spcBef>
              <a:spcAft>
                <a:spcPct val="0"/>
              </a:spcAft>
              <a:buFont typeface="Arial" panose="020B0604020202020204" pitchFamily="34" charset="0"/>
              <a:buChar char="•"/>
            </a:pPr>
            <a:r>
              <a:rPr kumimoji="0" lang="en-US" altLang="en-US" sz="2800" b="0" i="0" u="none" strike="noStrike" cap="none" normalizeH="0" baseline="0" dirty="0" err="1">
                <a:ln>
                  <a:noFill/>
                </a:ln>
                <a:solidFill>
                  <a:schemeClr val="tx1"/>
                </a:solidFill>
                <a:effectLst/>
                <a:latin typeface="Arial Unicode MS"/>
              </a:rPr>
              <a:t>plt.subplots</a:t>
            </a:r>
            <a:r>
              <a:rPr kumimoji="0" lang="en-US" altLang="en-US" sz="2800" b="0" i="0" u="none" strike="noStrike" cap="none" normalizeH="0" baseline="0" dirty="0">
                <a:ln>
                  <a:noFill/>
                </a:ln>
                <a:solidFill>
                  <a:schemeClr val="tx1"/>
                </a:solidFill>
                <a:effectLst/>
              </a:rPr>
              <a:t>,</a:t>
            </a:r>
          </a:p>
          <a:p>
            <a:pPr marL="914400" lvl="1" indent="-457200" eaLnBrk="0" fontAlgn="base" hangingPunct="0">
              <a:lnSpc>
                <a:spcPct val="200000"/>
              </a:lnSpc>
              <a:spcBef>
                <a:spcPct val="0"/>
              </a:spcBef>
              <a:spcAft>
                <a:spcPct val="0"/>
              </a:spcAft>
              <a:buFont typeface="Arial" panose="020B0604020202020204" pitchFamily="34" charset="0"/>
              <a:buChar char="•"/>
            </a:pPr>
            <a:r>
              <a:rPr kumimoji="0" lang="en-US" altLang="en-US" sz="2800" b="0" i="0" u="none" strike="noStrike" cap="none" normalizeH="0" baseline="0" dirty="0" err="1">
                <a:ln>
                  <a:noFill/>
                </a:ln>
                <a:solidFill>
                  <a:schemeClr val="tx1"/>
                </a:solidFill>
                <a:effectLst/>
                <a:latin typeface="Arial Unicode MS"/>
              </a:rPr>
              <a:t>plt.subplot_mosaic</a:t>
            </a:r>
            <a:r>
              <a:rPr kumimoji="0" lang="en-US" altLang="en-US" sz="2800" b="0" i="0" u="none" strike="noStrike" cap="none" normalizeH="0" baseline="0" dirty="0">
                <a:ln>
                  <a:noFill/>
                </a:ln>
                <a:solidFill>
                  <a:schemeClr val="tx1"/>
                </a:solidFill>
                <a:effectLst/>
              </a:rPr>
              <a:t>, and </a:t>
            </a:r>
          </a:p>
          <a:p>
            <a:pPr marL="914400" lvl="1" indent="-457200" eaLnBrk="0" fontAlgn="base" hangingPunct="0">
              <a:lnSpc>
                <a:spcPct val="200000"/>
              </a:lnSpc>
              <a:spcBef>
                <a:spcPct val="0"/>
              </a:spcBef>
              <a:spcAft>
                <a:spcPct val="0"/>
              </a:spcAft>
              <a:buFont typeface="Arial" panose="020B0604020202020204" pitchFamily="34" charset="0"/>
              <a:buChar char="•"/>
            </a:pPr>
            <a:r>
              <a:rPr kumimoji="0" lang="en-US" altLang="en-US" sz="2800" b="0" i="0" u="none" strike="noStrike" cap="none" normalizeH="0" baseline="0" dirty="0" err="1">
                <a:ln>
                  <a:noFill/>
                </a:ln>
                <a:solidFill>
                  <a:schemeClr val="tx1"/>
                </a:solidFill>
                <a:effectLst/>
                <a:latin typeface="Arial Unicode MS"/>
              </a:rPr>
              <a:t>plt.add_gridspec</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23152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Multiple Subplots</a:t>
            </a:r>
            <a:endParaRPr lang="en-US" dirty="0">
              <a:latin typeface="+mn-lt"/>
            </a:endParaRPr>
          </a:p>
        </p:txBody>
      </p:sp>
      <p:sp>
        <p:nvSpPr>
          <p:cNvPr id="4" name="Chỗ dành sẵn cho Văn bản 3">
            <a:extLst>
              <a:ext uri="{FF2B5EF4-FFF2-40B4-BE49-F238E27FC236}">
                <a16:creationId xmlns:a16="http://schemas.microsoft.com/office/drawing/2014/main" id="{EFE970DA-31B3-48D7-84D8-E9CFD5B197FD}"/>
              </a:ext>
            </a:extLst>
          </p:cNvPr>
          <p:cNvSpPr>
            <a:spLocks noGrp="1"/>
          </p:cNvSpPr>
          <p:nvPr>
            <p:ph type="body" idx="10"/>
          </p:nvPr>
        </p:nvSpPr>
        <p:spPr>
          <a:xfrm>
            <a:off x="590552" y="923925"/>
            <a:ext cx="5690506" cy="544511"/>
          </a:xfrm>
          <a:solidFill>
            <a:schemeClr val="accent6">
              <a:lumMod val="20000"/>
              <a:lumOff val="80000"/>
            </a:schemeClr>
          </a:solidFill>
        </p:spPr>
        <p:txBody>
          <a:bodyPr>
            <a:normAutofit fontScale="85000" lnSpcReduction="10000"/>
          </a:bodyPr>
          <a:lstStyle/>
          <a:p>
            <a:r>
              <a:rPr lang="en-GB" dirty="0" err="1"/>
              <a:t>plt.subplots</a:t>
            </a:r>
            <a:r>
              <a:rPr lang="en-GB" dirty="0"/>
              <a:t>: The Whole Grid in One Go</a:t>
            </a:r>
            <a:endParaRPr lang="en-US" dirty="0"/>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11</a:t>
            </a:fld>
            <a:endParaRPr lang="en-US"/>
          </a:p>
        </p:txBody>
      </p:sp>
      <p:pic>
        <p:nvPicPr>
          <p:cNvPr id="11" name="Hình ảnh 10">
            <a:extLst>
              <a:ext uri="{FF2B5EF4-FFF2-40B4-BE49-F238E27FC236}">
                <a16:creationId xmlns:a16="http://schemas.microsoft.com/office/drawing/2014/main" id="{BD148698-CC75-4185-850E-F3D5C74C4723}"/>
              </a:ext>
            </a:extLst>
          </p:cNvPr>
          <p:cNvPicPr>
            <a:picLocks noChangeAspect="1"/>
          </p:cNvPicPr>
          <p:nvPr/>
        </p:nvPicPr>
        <p:blipFill>
          <a:blip r:embed="rId2"/>
          <a:stretch>
            <a:fillRect/>
          </a:stretch>
        </p:blipFill>
        <p:spPr>
          <a:xfrm>
            <a:off x="1224609" y="3791628"/>
            <a:ext cx="4426473" cy="2906587"/>
          </a:xfrm>
          <a:prstGeom prst="rect">
            <a:avLst/>
          </a:prstGeom>
        </p:spPr>
      </p:pic>
      <p:sp>
        <p:nvSpPr>
          <p:cNvPr id="6" name="TextBox 5">
            <a:extLst>
              <a:ext uri="{FF2B5EF4-FFF2-40B4-BE49-F238E27FC236}">
                <a16:creationId xmlns:a16="http://schemas.microsoft.com/office/drawing/2014/main" id="{21A5DCC7-C517-D8B1-D756-989F4E0FB822}"/>
              </a:ext>
            </a:extLst>
          </p:cNvPr>
          <p:cNvSpPr txBox="1"/>
          <p:nvPr/>
        </p:nvSpPr>
        <p:spPr>
          <a:xfrm>
            <a:off x="508910" y="1430606"/>
            <a:ext cx="6501490" cy="1754326"/>
          </a:xfrm>
          <a:prstGeom prst="rect">
            <a:avLst/>
          </a:prstGeom>
          <a:noFill/>
        </p:spPr>
        <p:txBody>
          <a:bodyPr wrap="square">
            <a:spAutoFit/>
          </a:bodyPr>
          <a:lstStyle/>
          <a:p>
            <a:r>
              <a:rPr lang="en-US" b="1" dirty="0">
                <a:solidFill>
                  <a:srgbClr val="24292F"/>
                </a:solidFill>
                <a:effectLst/>
                <a:highlight>
                  <a:srgbClr val="FFFFFF"/>
                </a:highlight>
                <a:latin typeface="Consolas" panose="020B0609020204030204" pitchFamily="49" charset="0"/>
              </a:rPr>
              <a:t>fig, axes </a:t>
            </a:r>
            <a:r>
              <a:rPr lang="en-US" b="1" dirty="0">
                <a:solidFill>
                  <a:srgbClr val="B35900"/>
                </a:solidFill>
                <a:effectLst/>
                <a:highlight>
                  <a:srgbClr val="FFFFFF"/>
                </a:highlight>
                <a:latin typeface="Consolas" panose="020B0609020204030204" pitchFamily="49" charset="0"/>
              </a:rPr>
              <a:t>=</a:t>
            </a:r>
            <a:r>
              <a:rPr lang="en-US" b="1" dirty="0">
                <a:solidFill>
                  <a:srgbClr val="24292F"/>
                </a:solidFill>
                <a:effectLst/>
                <a:highlight>
                  <a:srgbClr val="FFFFFF"/>
                </a:highlight>
                <a:latin typeface="Consolas" panose="020B0609020204030204" pitchFamily="49" charset="0"/>
              </a:rPr>
              <a:t> </a:t>
            </a:r>
            <a:r>
              <a:rPr lang="en-US" b="1" dirty="0" err="1">
                <a:solidFill>
                  <a:srgbClr val="8A4600"/>
                </a:solidFill>
                <a:effectLst/>
                <a:highlight>
                  <a:srgbClr val="FFFFFF"/>
                </a:highlight>
                <a:latin typeface="Consolas" panose="020B0609020204030204" pitchFamily="49" charset="0"/>
              </a:rPr>
              <a:t>plt</a:t>
            </a:r>
            <a:r>
              <a:rPr lang="en-US" b="1" dirty="0" err="1">
                <a:solidFill>
                  <a:srgbClr val="24292F"/>
                </a:solidFill>
                <a:effectLst/>
                <a:highlight>
                  <a:srgbClr val="FFFFFF"/>
                </a:highlight>
                <a:latin typeface="Consolas" panose="020B0609020204030204" pitchFamily="49" charset="0"/>
              </a:rPr>
              <a:t>.</a:t>
            </a:r>
            <a:r>
              <a:rPr lang="en-US" b="1" dirty="0" err="1">
                <a:solidFill>
                  <a:srgbClr val="8250DF"/>
                </a:solidFill>
                <a:effectLst/>
                <a:highlight>
                  <a:srgbClr val="FFFFFF"/>
                </a:highlight>
                <a:latin typeface="Consolas" panose="020B0609020204030204" pitchFamily="49" charset="0"/>
              </a:rPr>
              <a:t>subplots</a:t>
            </a:r>
            <a:r>
              <a:rPr lang="en-US" b="1" dirty="0">
                <a:solidFill>
                  <a:srgbClr val="24292F"/>
                </a:solidFill>
                <a:effectLst/>
                <a:highlight>
                  <a:srgbClr val="FFFFFF"/>
                </a:highlight>
                <a:latin typeface="Consolas" panose="020B0609020204030204" pitchFamily="49" charset="0"/>
              </a:rPr>
              <a:t>(</a:t>
            </a:r>
            <a:r>
              <a:rPr lang="en-US" b="1" dirty="0" err="1">
                <a:solidFill>
                  <a:srgbClr val="8A4600"/>
                </a:solidFill>
                <a:effectLst/>
                <a:highlight>
                  <a:srgbClr val="FFFFFF"/>
                </a:highlight>
                <a:latin typeface="Consolas" panose="020B0609020204030204" pitchFamily="49" charset="0"/>
              </a:rPr>
              <a:t>nrows</a:t>
            </a:r>
            <a:r>
              <a:rPr lang="en-US" b="1" dirty="0">
                <a:solidFill>
                  <a:srgbClr val="B35900"/>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2</a:t>
            </a:r>
            <a:r>
              <a:rPr lang="en-US" b="1" dirty="0">
                <a:solidFill>
                  <a:srgbClr val="24292F"/>
                </a:solidFill>
                <a:effectLst/>
                <a:highlight>
                  <a:srgbClr val="FFFFFF"/>
                </a:highlight>
                <a:latin typeface="Consolas" panose="020B0609020204030204" pitchFamily="49" charset="0"/>
              </a:rPr>
              <a:t>,</a:t>
            </a:r>
            <a:r>
              <a:rPr lang="en-US" b="1" dirty="0">
                <a:solidFill>
                  <a:srgbClr val="8A4600"/>
                </a:solidFill>
                <a:effectLst/>
                <a:highlight>
                  <a:srgbClr val="FFFFFF"/>
                </a:highlight>
                <a:latin typeface="Consolas" panose="020B0609020204030204" pitchFamily="49" charset="0"/>
              </a:rPr>
              <a:t>ncols</a:t>
            </a:r>
            <a:r>
              <a:rPr lang="en-US" b="1" dirty="0">
                <a:solidFill>
                  <a:srgbClr val="B35900"/>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3</a:t>
            </a:r>
            <a:r>
              <a:rPr lang="en-US" b="1" dirty="0">
                <a:solidFill>
                  <a:srgbClr val="24292F"/>
                </a:solidFill>
                <a:effectLst/>
                <a:highlight>
                  <a:srgbClr val="FFFFFF"/>
                </a:highlight>
                <a:latin typeface="Consolas" panose="020B0609020204030204" pitchFamily="49" charset="0"/>
              </a:rPr>
              <a:t>, </a:t>
            </a:r>
          </a:p>
          <a:p>
            <a:r>
              <a:rPr lang="en-US" b="1" dirty="0">
                <a:solidFill>
                  <a:srgbClr val="24292F"/>
                </a:solidFill>
                <a:effectLst/>
                <a:highlight>
                  <a:srgbClr val="FFFFFF"/>
                </a:highlight>
                <a:latin typeface="Consolas" panose="020B0609020204030204" pitchFamily="49" charset="0"/>
              </a:rPr>
              <a:t>                         </a:t>
            </a:r>
            <a:r>
              <a:rPr lang="en-US" b="1" dirty="0" err="1">
                <a:solidFill>
                  <a:srgbClr val="8A4600"/>
                </a:solidFill>
                <a:effectLst/>
                <a:highlight>
                  <a:srgbClr val="FFFFFF"/>
                </a:highlight>
                <a:latin typeface="Consolas" panose="020B0609020204030204" pitchFamily="49" charset="0"/>
              </a:rPr>
              <a:t>figsize</a:t>
            </a:r>
            <a:r>
              <a:rPr lang="en-US" b="1" dirty="0">
                <a:solidFill>
                  <a:srgbClr val="24292F"/>
                </a:solidFill>
                <a:effectLst/>
                <a:highlight>
                  <a:srgbClr val="FFFFFF"/>
                </a:highlight>
                <a:latin typeface="Consolas" panose="020B0609020204030204" pitchFamily="49" charset="0"/>
              </a:rPr>
              <a:t> </a:t>
            </a:r>
            <a:r>
              <a:rPr lang="en-US" b="1" dirty="0">
                <a:solidFill>
                  <a:srgbClr val="B35900"/>
                </a:solidFill>
                <a:effectLst/>
                <a:highlight>
                  <a:srgbClr val="FFFFFF"/>
                </a:highlight>
                <a:latin typeface="Consolas" panose="020B0609020204030204" pitchFamily="49" charset="0"/>
              </a:rPr>
              <a:t>=</a:t>
            </a:r>
            <a:r>
              <a:rPr lang="en-US" b="1" dirty="0">
                <a:solidFill>
                  <a:srgbClr val="24292F"/>
                </a:solidFill>
                <a:effectLst/>
                <a:highlight>
                  <a:srgbClr val="FFFFFF"/>
                </a:highlight>
                <a:latin typeface="Consolas" panose="020B0609020204030204" pitchFamily="49" charset="0"/>
              </a:rPr>
              <a:t> (</a:t>
            </a:r>
            <a:r>
              <a:rPr lang="en-US" b="1" dirty="0">
                <a:solidFill>
                  <a:srgbClr val="0550AE"/>
                </a:solidFill>
                <a:effectLst/>
                <a:highlight>
                  <a:srgbClr val="FFFFFF"/>
                </a:highlight>
                <a:latin typeface="Consolas" panose="020B0609020204030204" pitchFamily="49" charset="0"/>
              </a:rPr>
              <a:t>6</a:t>
            </a:r>
            <a:r>
              <a:rPr lang="en-US" b="1" dirty="0">
                <a:solidFill>
                  <a:srgbClr val="24292F"/>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4</a:t>
            </a:r>
            <a:r>
              <a:rPr lang="en-US" b="1" dirty="0">
                <a:solidFill>
                  <a:srgbClr val="24292F"/>
                </a:solidFill>
                <a:effectLst/>
                <a:highlight>
                  <a:srgbClr val="FFFFFF"/>
                </a:highlight>
                <a:latin typeface="Consolas" panose="020B0609020204030204" pitchFamily="49" charset="0"/>
              </a:rPr>
              <a:t>), </a:t>
            </a:r>
          </a:p>
          <a:p>
            <a:r>
              <a:rPr lang="en-US" b="1" dirty="0">
                <a:solidFill>
                  <a:srgbClr val="24292F"/>
                </a:solidFill>
                <a:effectLst/>
                <a:highlight>
                  <a:srgbClr val="FFFFFF"/>
                </a:highlight>
                <a:latin typeface="Consolas" panose="020B0609020204030204" pitchFamily="49" charset="0"/>
              </a:rPr>
              <a:t>                         </a:t>
            </a:r>
            <a:r>
              <a:rPr lang="en-US" b="1" dirty="0" err="1">
                <a:solidFill>
                  <a:srgbClr val="8A4600"/>
                </a:solidFill>
                <a:effectLst/>
                <a:highlight>
                  <a:srgbClr val="FFFFFF"/>
                </a:highlight>
                <a:latin typeface="Consolas" panose="020B0609020204030204" pitchFamily="49" charset="0"/>
              </a:rPr>
              <a:t>sharex</a:t>
            </a:r>
            <a:r>
              <a:rPr lang="en-US" b="1" dirty="0">
                <a:solidFill>
                  <a:srgbClr val="B35900"/>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True</a:t>
            </a:r>
            <a:r>
              <a:rPr lang="en-US" b="1" dirty="0">
                <a:solidFill>
                  <a:srgbClr val="24292F"/>
                </a:solidFill>
                <a:effectLst/>
                <a:highlight>
                  <a:srgbClr val="FFFFFF"/>
                </a:highlight>
                <a:latin typeface="Consolas" panose="020B0609020204030204" pitchFamily="49" charset="0"/>
              </a:rPr>
              <a:t>, </a:t>
            </a:r>
            <a:r>
              <a:rPr lang="en-US" b="1" dirty="0" err="1">
                <a:solidFill>
                  <a:srgbClr val="8A4600"/>
                </a:solidFill>
                <a:effectLst/>
                <a:highlight>
                  <a:srgbClr val="FFFFFF"/>
                </a:highlight>
                <a:latin typeface="Consolas" panose="020B0609020204030204" pitchFamily="49" charset="0"/>
              </a:rPr>
              <a:t>sharey</a:t>
            </a:r>
            <a:r>
              <a:rPr lang="en-US" b="1" dirty="0">
                <a:solidFill>
                  <a:srgbClr val="B35900"/>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True</a:t>
            </a:r>
            <a:r>
              <a:rPr lang="en-US" b="1" dirty="0">
                <a:solidFill>
                  <a:srgbClr val="24292F"/>
                </a:solidFill>
                <a:effectLst/>
                <a:highlight>
                  <a:srgbClr val="FFFFFF"/>
                </a:highlight>
                <a:latin typeface="Consolas" panose="020B0609020204030204" pitchFamily="49" charset="0"/>
              </a:rPr>
              <a:t>)</a:t>
            </a:r>
          </a:p>
          <a:p>
            <a:r>
              <a:rPr lang="en-US" b="1" dirty="0">
                <a:solidFill>
                  <a:srgbClr val="B35900"/>
                </a:solidFill>
                <a:effectLst/>
                <a:highlight>
                  <a:srgbClr val="FFFFFF"/>
                </a:highlight>
                <a:latin typeface="Consolas" panose="020B0609020204030204" pitchFamily="49" charset="0"/>
              </a:rPr>
              <a:t>for</a:t>
            </a:r>
            <a:r>
              <a:rPr lang="en-US" b="1" dirty="0">
                <a:solidFill>
                  <a:srgbClr val="24292F"/>
                </a:solidFill>
                <a:effectLst/>
                <a:highlight>
                  <a:srgbClr val="FFFFFF"/>
                </a:highlight>
                <a:latin typeface="Consolas" panose="020B0609020204030204" pitchFamily="49" charset="0"/>
              </a:rPr>
              <a:t> </a:t>
            </a:r>
            <a:r>
              <a:rPr lang="en-US" b="1" dirty="0" err="1">
                <a:solidFill>
                  <a:srgbClr val="24292F"/>
                </a:solidFill>
                <a:effectLst/>
                <a:highlight>
                  <a:srgbClr val="FFFFFF"/>
                </a:highlight>
                <a:latin typeface="Consolas" panose="020B0609020204030204" pitchFamily="49" charset="0"/>
              </a:rPr>
              <a:t>i</a:t>
            </a:r>
            <a:r>
              <a:rPr lang="en-US" b="1" dirty="0">
                <a:solidFill>
                  <a:srgbClr val="24292F"/>
                </a:solidFill>
                <a:effectLst/>
                <a:highlight>
                  <a:srgbClr val="FFFFFF"/>
                </a:highlight>
                <a:latin typeface="Consolas" panose="020B0609020204030204" pitchFamily="49" charset="0"/>
              </a:rPr>
              <a:t> </a:t>
            </a:r>
            <a:r>
              <a:rPr lang="en-US" b="1" dirty="0">
                <a:solidFill>
                  <a:srgbClr val="B35900"/>
                </a:solidFill>
                <a:effectLst/>
                <a:highlight>
                  <a:srgbClr val="FFFFFF"/>
                </a:highlight>
                <a:latin typeface="Consolas" panose="020B0609020204030204" pitchFamily="49" charset="0"/>
              </a:rPr>
              <a:t>in</a:t>
            </a:r>
            <a:r>
              <a:rPr lang="en-US" b="1" dirty="0">
                <a:solidFill>
                  <a:srgbClr val="24292F"/>
                </a:solidFill>
                <a:effectLst/>
                <a:highlight>
                  <a:srgbClr val="FFFFFF"/>
                </a:highlight>
                <a:latin typeface="Consolas" panose="020B0609020204030204" pitchFamily="49" charset="0"/>
              </a:rPr>
              <a:t> </a:t>
            </a:r>
            <a:r>
              <a:rPr lang="en-US" b="1" dirty="0">
                <a:solidFill>
                  <a:srgbClr val="0550AE"/>
                </a:solidFill>
                <a:effectLst/>
                <a:highlight>
                  <a:srgbClr val="FFFFFF"/>
                </a:highlight>
                <a:latin typeface="Consolas" panose="020B0609020204030204" pitchFamily="49" charset="0"/>
              </a:rPr>
              <a:t>range</a:t>
            </a:r>
            <a:r>
              <a:rPr lang="en-US" b="1" dirty="0">
                <a:solidFill>
                  <a:srgbClr val="24292F"/>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2</a:t>
            </a:r>
            <a:r>
              <a:rPr lang="en-US" b="1" dirty="0">
                <a:solidFill>
                  <a:srgbClr val="24292F"/>
                </a:solidFill>
                <a:effectLst/>
                <a:highlight>
                  <a:srgbClr val="FFFFFF"/>
                </a:highlight>
                <a:latin typeface="Consolas" panose="020B0609020204030204" pitchFamily="49" charset="0"/>
              </a:rPr>
              <a:t>):</a:t>
            </a:r>
          </a:p>
          <a:p>
            <a:r>
              <a:rPr lang="en-US" b="1" dirty="0">
                <a:solidFill>
                  <a:srgbClr val="24292F"/>
                </a:solidFill>
                <a:effectLst/>
                <a:highlight>
                  <a:srgbClr val="FFFFFF"/>
                </a:highlight>
                <a:latin typeface="Consolas" panose="020B0609020204030204" pitchFamily="49" charset="0"/>
              </a:rPr>
              <a:t>    </a:t>
            </a:r>
            <a:r>
              <a:rPr lang="en-US" b="1" dirty="0">
                <a:solidFill>
                  <a:srgbClr val="B35900"/>
                </a:solidFill>
                <a:effectLst/>
                <a:highlight>
                  <a:srgbClr val="FFFFFF"/>
                </a:highlight>
                <a:latin typeface="Consolas" panose="020B0609020204030204" pitchFamily="49" charset="0"/>
              </a:rPr>
              <a:t>for</a:t>
            </a:r>
            <a:r>
              <a:rPr lang="en-US" b="1" dirty="0">
                <a:solidFill>
                  <a:srgbClr val="24292F"/>
                </a:solidFill>
                <a:effectLst/>
                <a:highlight>
                  <a:srgbClr val="FFFFFF"/>
                </a:highlight>
                <a:latin typeface="Consolas" panose="020B0609020204030204" pitchFamily="49" charset="0"/>
              </a:rPr>
              <a:t> j </a:t>
            </a:r>
            <a:r>
              <a:rPr lang="en-US" b="1" dirty="0">
                <a:solidFill>
                  <a:srgbClr val="B35900"/>
                </a:solidFill>
                <a:effectLst/>
                <a:highlight>
                  <a:srgbClr val="FFFFFF"/>
                </a:highlight>
                <a:latin typeface="Consolas" panose="020B0609020204030204" pitchFamily="49" charset="0"/>
              </a:rPr>
              <a:t>in</a:t>
            </a:r>
            <a:r>
              <a:rPr lang="en-US" b="1" dirty="0">
                <a:solidFill>
                  <a:srgbClr val="24292F"/>
                </a:solidFill>
                <a:effectLst/>
                <a:highlight>
                  <a:srgbClr val="FFFFFF"/>
                </a:highlight>
                <a:latin typeface="Consolas" panose="020B0609020204030204" pitchFamily="49" charset="0"/>
              </a:rPr>
              <a:t> </a:t>
            </a:r>
            <a:r>
              <a:rPr lang="en-US" b="1" dirty="0">
                <a:solidFill>
                  <a:srgbClr val="0550AE"/>
                </a:solidFill>
                <a:effectLst/>
                <a:highlight>
                  <a:srgbClr val="FFFFFF"/>
                </a:highlight>
                <a:latin typeface="Consolas" panose="020B0609020204030204" pitchFamily="49" charset="0"/>
              </a:rPr>
              <a:t>range</a:t>
            </a:r>
            <a:r>
              <a:rPr lang="en-US" b="1" dirty="0">
                <a:solidFill>
                  <a:srgbClr val="24292F"/>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3</a:t>
            </a:r>
            <a:r>
              <a:rPr lang="en-US" b="1" dirty="0">
                <a:solidFill>
                  <a:srgbClr val="24292F"/>
                </a:solidFill>
                <a:effectLst/>
                <a:highlight>
                  <a:srgbClr val="FFFFFF"/>
                </a:highlight>
                <a:latin typeface="Consolas" panose="020B0609020204030204" pitchFamily="49" charset="0"/>
              </a:rPr>
              <a:t>):</a:t>
            </a:r>
          </a:p>
          <a:p>
            <a:r>
              <a:rPr lang="en-US" b="1" dirty="0">
                <a:solidFill>
                  <a:srgbClr val="24292F"/>
                </a:solidFill>
                <a:effectLst/>
                <a:highlight>
                  <a:srgbClr val="FFFFFF"/>
                </a:highlight>
                <a:latin typeface="Consolas" panose="020B0609020204030204" pitchFamily="49" charset="0"/>
              </a:rPr>
              <a:t>        axes[</a:t>
            </a:r>
            <a:r>
              <a:rPr lang="en-US" b="1" dirty="0" err="1">
                <a:solidFill>
                  <a:srgbClr val="24292F"/>
                </a:solidFill>
                <a:effectLst/>
                <a:highlight>
                  <a:srgbClr val="FFFFFF"/>
                </a:highlight>
                <a:latin typeface="Consolas" panose="020B0609020204030204" pitchFamily="49" charset="0"/>
              </a:rPr>
              <a:t>i,j</a:t>
            </a:r>
            <a:r>
              <a:rPr lang="en-US" b="1" dirty="0">
                <a:solidFill>
                  <a:srgbClr val="24292F"/>
                </a:solidFill>
                <a:effectLst/>
                <a:highlight>
                  <a:srgbClr val="FFFFFF"/>
                </a:highlight>
                <a:latin typeface="Consolas" panose="020B0609020204030204" pitchFamily="49" charset="0"/>
              </a:rPr>
              <a:t>].text(</a:t>
            </a:r>
            <a:r>
              <a:rPr lang="en-US" b="1" dirty="0">
                <a:solidFill>
                  <a:srgbClr val="0550AE"/>
                </a:solidFill>
                <a:effectLst/>
                <a:highlight>
                  <a:srgbClr val="FFFFFF"/>
                </a:highlight>
                <a:latin typeface="Consolas" panose="020B0609020204030204" pitchFamily="49" charset="0"/>
              </a:rPr>
              <a:t>0.4</a:t>
            </a:r>
            <a:r>
              <a:rPr lang="en-US" b="1" dirty="0">
                <a:solidFill>
                  <a:srgbClr val="24292F"/>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0.4</a:t>
            </a:r>
            <a:r>
              <a:rPr lang="en-US" b="1" dirty="0">
                <a:solidFill>
                  <a:srgbClr val="24292F"/>
                </a:solidFill>
                <a:effectLst/>
                <a:highlight>
                  <a:srgbClr val="FFFFFF"/>
                </a:highlight>
                <a:latin typeface="Consolas" panose="020B0609020204030204" pitchFamily="49" charset="0"/>
              </a:rPr>
              <a:t>, </a:t>
            </a:r>
            <a:r>
              <a:rPr lang="en-US" b="1" dirty="0">
                <a:solidFill>
                  <a:srgbClr val="0550AE"/>
                </a:solidFill>
                <a:effectLst/>
                <a:highlight>
                  <a:srgbClr val="FFFFFF"/>
                </a:highlight>
                <a:latin typeface="Consolas" panose="020B0609020204030204" pitchFamily="49" charset="0"/>
              </a:rPr>
              <a:t>str</a:t>
            </a:r>
            <a:r>
              <a:rPr lang="en-US" b="1" dirty="0">
                <a:solidFill>
                  <a:srgbClr val="24292F"/>
                </a:solidFill>
                <a:effectLst/>
                <a:highlight>
                  <a:srgbClr val="FFFFFF"/>
                </a:highlight>
                <a:latin typeface="Consolas" panose="020B0609020204030204" pitchFamily="49" charset="0"/>
              </a:rPr>
              <a:t>((</a:t>
            </a:r>
            <a:r>
              <a:rPr lang="en-US" b="1" dirty="0" err="1">
                <a:solidFill>
                  <a:srgbClr val="24292F"/>
                </a:solidFill>
                <a:effectLst/>
                <a:highlight>
                  <a:srgbClr val="FFFFFF"/>
                </a:highlight>
                <a:latin typeface="Consolas" panose="020B0609020204030204" pitchFamily="49" charset="0"/>
              </a:rPr>
              <a:t>i,j</a:t>
            </a:r>
            <a:r>
              <a:rPr lang="en-US" b="1" dirty="0">
                <a:solidFill>
                  <a:srgbClr val="24292F"/>
                </a:solidFill>
                <a:effectLst/>
                <a:highlight>
                  <a:srgbClr val="FFFFFF"/>
                </a:highlight>
                <a:latin typeface="Consolas" panose="020B0609020204030204" pitchFamily="49" charset="0"/>
              </a:rPr>
              <a:t>)))</a:t>
            </a:r>
          </a:p>
        </p:txBody>
      </p:sp>
      <p:sp>
        <p:nvSpPr>
          <p:cNvPr id="8" name="Chỗ dành sẵn cho Văn bản 3">
            <a:extLst>
              <a:ext uri="{FF2B5EF4-FFF2-40B4-BE49-F238E27FC236}">
                <a16:creationId xmlns:a16="http://schemas.microsoft.com/office/drawing/2014/main" id="{DE6D0DB7-01F8-B842-C676-5B14E10318BF}"/>
              </a:ext>
            </a:extLst>
          </p:cNvPr>
          <p:cNvSpPr txBox="1">
            <a:spLocks/>
          </p:cNvSpPr>
          <p:nvPr/>
        </p:nvSpPr>
        <p:spPr>
          <a:xfrm>
            <a:off x="6772384" y="858906"/>
            <a:ext cx="5310759" cy="544511"/>
          </a:xfrm>
          <a:prstGeom prst="rect">
            <a:avLst/>
          </a:prstGeom>
          <a:solidFill>
            <a:schemeClr val="accent6">
              <a:lumMod val="20000"/>
              <a:lumOff val="80000"/>
            </a:schemeClr>
          </a:solidFill>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0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GB" sz="2600" dirty="0" err="1"/>
              <a:t>plt.subplot</a:t>
            </a:r>
            <a:r>
              <a:rPr lang="en-GB" sz="2600" dirty="0"/>
              <a:t>: Simple Grids of Subplots</a:t>
            </a:r>
            <a:endParaRPr lang="en-US" sz="2600" dirty="0"/>
          </a:p>
        </p:txBody>
      </p:sp>
      <p:pic>
        <p:nvPicPr>
          <p:cNvPr id="10" name="Hình ảnh 33">
            <a:extLst>
              <a:ext uri="{FF2B5EF4-FFF2-40B4-BE49-F238E27FC236}">
                <a16:creationId xmlns:a16="http://schemas.microsoft.com/office/drawing/2014/main" id="{6DA41F6E-A260-0526-92C2-9D6CB7EC628F}"/>
              </a:ext>
            </a:extLst>
          </p:cNvPr>
          <p:cNvPicPr>
            <a:picLocks noChangeAspect="1"/>
          </p:cNvPicPr>
          <p:nvPr/>
        </p:nvPicPr>
        <p:blipFill>
          <a:blip r:embed="rId3"/>
          <a:stretch>
            <a:fillRect/>
          </a:stretch>
        </p:blipFill>
        <p:spPr>
          <a:xfrm>
            <a:off x="7381983" y="1639243"/>
            <a:ext cx="3200400" cy="1143000"/>
          </a:xfrm>
          <a:prstGeom prst="rect">
            <a:avLst/>
          </a:prstGeom>
        </p:spPr>
      </p:pic>
      <p:pic>
        <p:nvPicPr>
          <p:cNvPr id="12" name="Hình ảnh 35">
            <a:extLst>
              <a:ext uri="{FF2B5EF4-FFF2-40B4-BE49-F238E27FC236}">
                <a16:creationId xmlns:a16="http://schemas.microsoft.com/office/drawing/2014/main" id="{4508BD64-4F40-C857-41A7-6519AF5B26F8}"/>
              </a:ext>
            </a:extLst>
          </p:cNvPr>
          <p:cNvPicPr>
            <a:picLocks noChangeAspect="1"/>
          </p:cNvPicPr>
          <p:nvPr/>
        </p:nvPicPr>
        <p:blipFill>
          <a:blip r:embed="rId4"/>
          <a:stretch>
            <a:fillRect/>
          </a:stretch>
        </p:blipFill>
        <p:spPr>
          <a:xfrm>
            <a:off x="7381983" y="2857951"/>
            <a:ext cx="4615295" cy="3099955"/>
          </a:xfrm>
          <a:prstGeom prst="rect">
            <a:avLst/>
          </a:prstGeom>
        </p:spPr>
      </p:pic>
    </p:spTree>
    <p:extLst>
      <p:ext uri="{BB962C8B-B14F-4D97-AF65-F5344CB8AC3E}">
        <p14:creationId xmlns:p14="http://schemas.microsoft.com/office/powerpoint/2010/main" val="716101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Multiple Subplots</a:t>
            </a:r>
            <a:endParaRPr lang="en-US" dirty="0">
              <a:latin typeface="+mn-lt"/>
            </a:endParaRP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12</a:t>
            </a:fld>
            <a:endParaRPr lang="en-US"/>
          </a:p>
        </p:txBody>
      </p:sp>
      <p:pic>
        <p:nvPicPr>
          <p:cNvPr id="10" name="Hình ảnh 9">
            <a:extLst>
              <a:ext uri="{FF2B5EF4-FFF2-40B4-BE49-F238E27FC236}">
                <a16:creationId xmlns:a16="http://schemas.microsoft.com/office/drawing/2014/main" id="{6679097A-9FB5-4870-99B7-24D02C30B427}"/>
              </a:ext>
            </a:extLst>
          </p:cNvPr>
          <p:cNvPicPr>
            <a:picLocks noChangeAspect="1"/>
          </p:cNvPicPr>
          <p:nvPr/>
        </p:nvPicPr>
        <p:blipFill>
          <a:blip r:embed="rId2"/>
          <a:stretch>
            <a:fillRect/>
          </a:stretch>
        </p:blipFill>
        <p:spPr>
          <a:xfrm>
            <a:off x="1318819" y="808830"/>
            <a:ext cx="7800975" cy="6057900"/>
          </a:xfrm>
          <a:prstGeom prst="rect">
            <a:avLst/>
          </a:prstGeom>
        </p:spPr>
      </p:pic>
    </p:spTree>
    <p:extLst>
      <p:ext uri="{BB962C8B-B14F-4D97-AF65-F5344CB8AC3E}">
        <p14:creationId xmlns:p14="http://schemas.microsoft.com/office/powerpoint/2010/main" val="2110055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Multiple Subplots</a:t>
            </a:r>
            <a:endParaRPr lang="en-US" dirty="0">
              <a:latin typeface="+mn-lt"/>
            </a:endParaRPr>
          </a:p>
        </p:txBody>
      </p:sp>
      <p:sp>
        <p:nvSpPr>
          <p:cNvPr id="4" name="Chỗ dành sẵn cho Văn bản 3">
            <a:extLst>
              <a:ext uri="{FF2B5EF4-FFF2-40B4-BE49-F238E27FC236}">
                <a16:creationId xmlns:a16="http://schemas.microsoft.com/office/drawing/2014/main" id="{EFE970DA-31B3-48D7-84D8-E9CFD5B197FD}"/>
              </a:ext>
            </a:extLst>
          </p:cNvPr>
          <p:cNvSpPr>
            <a:spLocks noGrp="1"/>
          </p:cNvSpPr>
          <p:nvPr>
            <p:ph type="body" idx="10"/>
          </p:nvPr>
        </p:nvSpPr>
        <p:spPr>
          <a:xfrm>
            <a:off x="623209" y="1030215"/>
            <a:ext cx="11063966" cy="1604128"/>
          </a:xfrm>
        </p:spPr>
        <p:txBody>
          <a:bodyPr/>
          <a:lstStyle/>
          <a:p>
            <a:r>
              <a:rPr lang="en-US" dirty="0" err="1"/>
              <a:t>plt.subplot_mosaic</a:t>
            </a:r>
            <a:r>
              <a:rPr lang="en-US" dirty="0"/>
              <a:t>:</a:t>
            </a:r>
          </a:p>
          <a:p>
            <a:r>
              <a:rPr lang="en-US" sz="2400" b="0" dirty="0"/>
              <a:t>Create more complex layouts using labels or names to specify the position of Axes.</a:t>
            </a: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13</a:t>
            </a:fld>
            <a:endParaRPr lang="en-US"/>
          </a:p>
        </p:txBody>
      </p:sp>
      <p:sp>
        <p:nvSpPr>
          <p:cNvPr id="6" name="TextBox 5">
            <a:extLst>
              <a:ext uri="{FF2B5EF4-FFF2-40B4-BE49-F238E27FC236}">
                <a16:creationId xmlns:a16="http://schemas.microsoft.com/office/drawing/2014/main" id="{6D60759A-644A-EF33-F14C-7F9D0A211AF1}"/>
              </a:ext>
            </a:extLst>
          </p:cNvPr>
          <p:cNvSpPr txBox="1"/>
          <p:nvPr/>
        </p:nvSpPr>
        <p:spPr>
          <a:xfrm>
            <a:off x="704067" y="2372741"/>
            <a:ext cx="4542847" cy="1754326"/>
          </a:xfrm>
          <a:prstGeom prst="rect">
            <a:avLst/>
          </a:prstGeom>
          <a:noFill/>
        </p:spPr>
        <p:txBody>
          <a:bodyPr wrap="square">
            <a:spAutoFit/>
          </a:bodyPr>
          <a:lstStyle/>
          <a:p>
            <a:r>
              <a:rPr lang="en-US" b="1" dirty="0">
                <a:solidFill>
                  <a:srgbClr val="24292F"/>
                </a:solidFill>
                <a:effectLst/>
                <a:highlight>
                  <a:srgbClr val="FFFFFF"/>
                </a:highlight>
                <a:latin typeface="Consolas" panose="020B0609020204030204" pitchFamily="49" charset="0"/>
              </a:rPr>
              <a:t>fig, </a:t>
            </a:r>
            <a:r>
              <a:rPr lang="en-US" b="1" dirty="0" err="1">
                <a:solidFill>
                  <a:srgbClr val="24292F"/>
                </a:solidFill>
                <a:effectLst/>
                <a:highlight>
                  <a:srgbClr val="FFFFFF"/>
                </a:highlight>
                <a:latin typeface="Consolas" panose="020B0609020204030204" pitchFamily="49" charset="0"/>
              </a:rPr>
              <a:t>axs</a:t>
            </a:r>
            <a:r>
              <a:rPr lang="en-US" b="1" dirty="0">
                <a:solidFill>
                  <a:srgbClr val="24292F"/>
                </a:solidFill>
                <a:effectLst/>
                <a:highlight>
                  <a:srgbClr val="FFFFFF"/>
                </a:highlight>
                <a:latin typeface="Consolas" panose="020B0609020204030204" pitchFamily="49" charset="0"/>
              </a:rPr>
              <a:t> </a:t>
            </a:r>
            <a:r>
              <a:rPr lang="en-US" b="1" dirty="0">
                <a:solidFill>
                  <a:srgbClr val="B35900"/>
                </a:solidFill>
                <a:effectLst/>
                <a:highlight>
                  <a:srgbClr val="FFFFFF"/>
                </a:highlight>
                <a:latin typeface="Consolas" panose="020B0609020204030204" pitchFamily="49" charset="0"/>
              </a:rPr>
              <a:t>=</a:t>
            </a:r>
            <a:r>
              <a:rPr lang="en-US" b="1" dirty="0">
                <a:solidFill>
                  <a:srgbClr val="24292F"/>
                </a:solidFill>
                <a:effectLst/>
                <a:highlight>
                  <a:srgbClr val="FFFFFF"/>
                </a:highlight>
                <a:latin typeface="Consolas" panose="020B0609020204030204" pitchFamily="49" charset="0"/>
              </a:rPr>
              <a:t> </a:t>
            </a:r>
            <a:r>
              <a:rPr lang="en-US" b="1" dirty="0" err="1">
                <a:solidFill>
                  <a:srgbClr val="8A4600"/>
                </a:solidFill>
                <a:effectLst/>
                <a:highlight>
                  <a:srgbClr val="FFFFFF"/>
                </a:highlight>
                <a:latin typeface="Consolas" panose="020B0609020204030204" pitchFamily="49" charset="0"/>
              </a:rPr>
              <a:t>plt</a:t>
            </a:r>
            <a:r>
              <a:rPr lang="en-US" b="1" dirty="0" err="1">
                <a:solidFill>
                  <a:srgbClr val="24292F"/>
                </a:solidFill>
                <a:effectLst/>
                <a:highlight>
                  <a:srgbClr val="FFFFFF"/>
                </a:highlight>
                <a:latin typeface="Consolas" panose="020B0609020204030204" pitchFamily="49" charset="0"/>
              </a:rPr>
              <a:t>.</a:t>
            </a:r>
            <a:r>
              <a:rPr lang="en-US" b="1" dirty="0" err="1">
                <a:solidFill>
                  <a:srgbClr val="8250DF"/>
                </a:solidFill>
                <a:effectLst/>
                <a:highlight>
                  <a:srgbClr val="FFFFFF"/>
                </a:highlight>
                <a:latin typeface="Consolas" panose="020B0609020204030204" pitchFamily="49" charset="0"/>
              </a:rPr>
              <a:t>subplot_mosaic</a:t>
            </a:r>
            <a:r>
              <a:rPr lang="en-US" b="1" dirty="0">
                <a:solidFill>
                  <a:srgbClr val="24292F"/>
                </a:solidFill>
                <a:effectLst/>
                <a:highlight>
                  <a:srgbClr val="FFFFFF"/>
                </a:highlight>
                <a:latin typeface="Consolas" panose="020B0609020204030204" pitchFamily="49" charset="0"/>
              </a:rPr>
              <a:t>([</a:t>
            </a:r>
          </a:p>
          <a:p>
            <a:r>
              <a:rPr lang="en-US" b="1" dirty="0">
                <a:solidFill>
                  <a:srgbClr val="24292F"/>
                </a:solidFill>
                <a:effectLst/>
                <a:highlight>
                  <a:srgbClr val="FFFFFF"/>
                </a:highlight>
                <a:latin typeface="Consolas" panose="020B0609020204030204" pitchFamily="49" charset="0"/>
              </a:rPr>
              <a:t>    [</a:t>
            </a:r>
            <a:r>
              <a:rPr lang="en-US" b="1" dirty="0">
                <a:solidFill>
                  <a:srgbClr val="0A3069"/>
                </a:solidFill>
                <a:effectLst/>
                <a:highlight>
                  <a:srgbClr val="FFFFFF"/>
                </a:highlight>
                <a:latin typeface="Consolas" panose="020B0609020204030204" pitchFamily="49" charset="0"/>
              </a:rPr>
              <a:t>'left'</a:t>
            </a:r>
            <a:r>
              <a:rPr lang="en-US" b="1" dirty="0">
                <a:solidFill>
                  <a:srgbClr val="24292F"/>
                </a:solidFill>
                <a:effectLst/>
                <a:highlight>
                  <a:srgbClr val="FFFFFF"/>
                </a:highlight>
                <a:latin typeface="Consolas" panose="020B0609020204030204" pitchFamily="49" charset="0"/>
              </a:rPr>
              <a:t>, </a:t>
            </a:r>
            <a:r>
              <a:rPr lang="en-US" b="1" dirty="0">
                <a:solidFill>
                  <a:srgbClr val="0A3069"/>
                </a:solidFill>
                <a:effectLst/>
                <a:highlight>
                  <a:srgbClr val="FFFFFF"/>
                </a:highlight>
                <a:latin typeface="Consolas" panose="020B0609020204030204" pitchFamily="49" charset="0"/>
              </a:rPr>
              <a:t>'right'</a:t>
            </a:r>
            <a:r>
              <a:rPr lang="en-US" b="1" dirty="0">
                <a:solidFill>
                  <a:srgbClr val="24292F"/>
                </a:solidFill>
                <a:effectLst/>
                <a:highlight>
                  <a:srgbClr val="FFFFFF"/>
                </a:highlight>
                <a:latin typeface="Consolas" panose="020B0609020204030204" pitchFamily="49" charset="0"/>
              </a:rPr>
              <a:t>],</a:t>
            </a:r>
          </a:p>
          <a:p>
            <a:r>
              <a:rPr lang="en-US" b="1" dirty="0">
                <a:solidFill>
                  <a:srgbClr val="24292F"/>
                </a:solidFill>
                <a:effectLst/>
                <a:highlight>
                  <a:srgbClr val="FFFFFF"/>
                </a:highlight>
                <a:latin typeface="Consolas" panose="020B0609020204030204" pitchFamily="49" charset="0"/>
              </a:rPr>
              <a:t>    [</a:t>
            </a:r>
            <a:r>
              <a:rPr lang="en-US" b="1" dirty="0">
                <a:solidFill>
                  <a:srgbClr val="0A3069"/>
                </a:solidFill>
                <a:effectLst/>
                <a:highlight>
                  <a:srgbClr val="FFFFFF"/>
                </a:highlight>
                <a:latin typeface="Consolas" panose="020B0609020204030204" pitchFamily="49" charset="0"/>
              </a:rPr>
              <a:t>'bottom'</a:t>
            </a:r>
            <a:r>
              <a:rPr lang="en-US" b="1" dirty="0">
                <a:solidFill>
                  <a:srgbClr val="24292F"/>
                </a:solidFill>
                <a:effectLst/>
                <a:highlight>
                  <a:srgbClr val="FFFFFF"/>
                </a:highlight>
                <a:latin typeface="Consolas" panose="020B0609020204030204" pitchFamily="49" charset="0"/>
              </a:rPr>
              <a:t>, </a:t>
            </a:r>
            <a:r>
              <a:rPr lang="en-US" b="1" dirty="0">
                <a:solidFill>
                  <a:srgbClr val="0A3069"/>
                </a:solidFill>
                <a:effectLst/>
                <a:highlight>
                  <a:srgbClr val="FFFFFF"/>
                </a:highlight>
                <a:latin typeface="Consolas" panose="020B0609020204030204" pitchFamily="49" charset="0"/>
              </a:rPr>
              <a:t>'right'</a:t>
            </a:r>
            <a:r>
              <a:rPr lang="en-US" b="1" dirty="0">
                <a:solidFill>
                  <a:srgbClr val="24292F"/>
                </a:solidFill>
                <a:effectLst/>
                <a:highlight>
                  <a:srgbClr val="FFFFFF"/>
                </a:highlight>
                <a:latin typeface="Consolas" panose="020B0609020204030204" pitchFamily="49" charset="0"/>
              </a:rPr>
              <a:t>]</a:t>
            </a:r>
          </a:p>
          <a:p>
            <a:r>
              <a:rPr lang="en-US" b="1" dirty="0">
                <a:solidFill>
                  <a:srgbClr val="24292F"/>
                </a:solidFill>
                <a:effectLst/>
                <a:highlight>
                  <a:srgbClr val="FFFFFF"/>
                </a:highlight>
                <a:latin typeface="Consolas" panose="020B0609020204030204" pitchFamily="49" charset="0"/>
              </a:rPr>
              <a:t>])</a:t>
            </a:r>
          </a:p>
          <a:p>
            <a:br>
              <a:rPr lang="en-US" b="1" dirty="0">
                <a:solidFill>
                  <a:srgbClr val="24292F"/>
                </a:solidFill>
                <a:effectLst/>
                <a:highlight>
                  <a:srgbClr val="FFFFFF"/>
                </a:highlight>
                <a:latin typeface="Consolas" panose="020B0609020204030204" pitchFamily="49" charset="0"/>
              </a:rPr>
            </a:br>
            <a:endParaRPr lang="en-US" b="1" dirty="0">
              <a:solidFill>
                <a:srgbClr val="24292F"/>
              </a:solidFill>
              <a:effectLst/>
              <a:highlight>
                <a:srgbClr val="FFFFFF"/>
              </a:highlight>
              <a:latin typeface="Consolas" panose="020B0609020204030204" pitchFamily="49" charset="0"/>
            </a:endParaRPr>
          </a:p>
        </p:txBody>
      </p:sp>
      <p:pic>
        <p:nvPicPr>
          <p:cNvPr id="7" name="Picture 6">
            <a:extLst>
              <a:ext uri="{FF2B5EF4-FFF2-40B4-BE49-F238E27FC236}">
                <a16:creationId xmlns:a16="http://schemas.microsoft.com/office/drawing/2014/main" id="{7FFE4138-7673-84F6-9A37-820EC5D4E809}"/>
              </a:ext>
            </a:extLst>
          </p:cNvPr>
          <p:cNvPicPr>
            <a:picLocks noChangeAspect="1"/>
          </p:cNvPicPr>
          <p:nvPr/>
        </p:nvPicPr>
        <p:blipFill>
          <a:blip r:embed="rId2"/>
          <a:stretch>
            <a:fillRect/>
          </a:stretch>
        </p:blipFill>
        <p:spPr>
          <a:xfrm>
            <a:off x="5484358" y="2256745"/>
            <a:ext cx="5229225" cy="3933825"/>
          </a:xfrm>
          <a:prstGeom prst="rect">
            <a:avLst/>
          </a:prstGeom>
        </p:spPr>
      </p:pic>
    </p:spTree>
    <p:extLst>
      <p:ext uri="{BB962C8B-B14F-4D97-AF65-F5344CB8AC3E}">
        <p14:creationId xmlns:p14="http://schemas.microsoft.com/office/powerpoint/2010/main" val="250885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Multiple Subplots</a:t>
            </a:r>
            <a:endParaRPr lang="en-US" dirty="0">
              <a:latin typeface="+mn-lt"/>
            </a:endParaRPr>
          </a:p>
        </p:txBody>
      </p:sp>
      <p:sp>
        <p:nvSpPr>
          <p:cNvPr id="4" name="Chỗ dành sẵn cho Văn bản 3">
            <a:extLst>
              <a:ext uri="{FF2B5EF4-FFF2-40B4-BE49-F238E27FC236}">
                <a16:creationId xmlns:a16="http://schemas.microsoft.com/office/drawing/2014/main" id="{EFE970DA-31B3-48D7-84D8-E9CFD5B197FD}"/>
              </a:ext>
            </a:extLst>
          </p:cNvPr>
          <p:cNvSpPr>
            <a:spLocks noGrp="1"/>
          </p:cNvSpPr>
          <p:nvPr>
            <p:ph type="body" idx="10"/>
          </p:nvPr>
        </p:nvSpPr>
        <p:spPr>
          <a:xfrm>
            <a:off x="623209" y="1030215"/>
            <a:ext cx="11063966" cy="1604128"/>
          </a:xfrm>
        </p:spPr>
        <p:txBody>
          <a:bodyPr/>
          <a:lstStyle/>
          <a:p>
            <a:r>
              <a:rPr lang="en-US" dirty="0" err="1"/>
              <a:t>Fig.add_gridspec</a:t>
            </a:r>
            <a:r>
              <a:rPr lang="en-US" dirty="0"/>
              <a:t>:</a:t>
            </a:r>
          </a:p>
          <a:p>
            <a:r>
              <a:rPr lang="en-US" sz="2400" b="0" dirty="0"/>
              <a:t>Create detailed and flexible layout</a:t>
            </a: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14</a:t>
            </a:fld>
            <a:endParaRPr lang="en-US"/>
          </a:p>
        </p:txBody>
      </p:sp>
      <p:sp>
        <p:nvSpPr>
          <p:cNvPr id="8" name="TextBox 7">
            <a:extLst>
              <a:ext uri="{FF2B5EF4-FFF2-40B4-BE49-F238E27FC236}">
                <a16:creationId xmlns:a16="http://schemas.microsoft.com/office/drawing/2014/main" id="{0FDC1B3A-F009-32D0-95B1-70CDA88B48C9}"/>
              </a:ext>
            </a:extLst>
          </p:cNvPr>
          <p:cNvSpPr txBox="1"/>
          <p:nvPr/>
        </p:nvSpPr>
        <p:spPr>
          <a:xfrm>
            <a:off x="623209" y="2228671"/>
            <a:ext cx="7244442" cy="1200329"/>
          </a:xfrm>
          <a:prstGeom prst="rect">
            <a:avLst/>
          </a:prstGeom>
          <a:noFill/>
        </p:spPr>
        <p:txBody>
          <a:bodyPr wrap="square">
            <a:spAutoFit/>
          </a:bodyPr>
          <a:lstStyle/>
          <a:p>
            <a:r>
              <a:rPr lang="en-US" b="1" dirty="0">
                <a:solidFill>
                  <a:srgbClr val="24292F"/>
                </a:solidFill>
                <a:effectLst/>
                <a:highlight>
                  <a:srgbClr val="FFFFFF"/>
                </a:highlight>
                <a:latin typeface="Consolas" panose="020B0609020204030204" pitchFamily="49" charset="0"/>
              </a:rPr>
              <a:t>fig </a:t>
            </a:r>
            <a:r>
              <a:rPr lang="en-US" b="1" dirty="0">
                <a:solidFill>
                  <a:srgbClr val="B35900"/>
                </a:solidFill>
                <a:effectLst/>
                <a:highlight>
                  <a:srgbClr val="FFFFFF"/>
                </a:highlight>
                <a:latin typeface="Consolas" panose="020B0609020204030204" pitchFamily="49" charset="0"/>
              </a:rPr>
              <a:t>=</a:t>
            </a:r>
            <a:r>
              <a:rPr lang="en-US" b="1" dirty="0">
                <a:solidFill>
                  <a:srgbClr val="24292F"/>
                </a:solidFill>
                <a:effectLst/>
                <a:highlight>
                  <a:srgbClr val="FFFFFF"/>
                </a:highlight>
                <a:latin typeface="Consolas" panose="020B0609020204030204" pitchFamily="49" charset="0"/>
              </a:rPr>
              <a:t> </a:t>
            </a:r>
            <a:r>
              <a:rPr lang="en-US" b="1" dirty="0" err="1">
                <a:solidFill>
                  <a:srgbClr val="8A4600"/>
                </a:solidFill>
                <a:effectLst/>
                <a:highlight>
                  <a:srgbClr val="FFFFFF"/>
                </a:highlight>
                <a:latin typeface="Consolas" panose="020B0609020204030204" pitchFamily="49" charset="0"/>
              </a:rPr>
              <a:t>plt</a:t>
            </a:r>
            <a:r>
              <a:rPr lang="en-US" b="1" dirty="0" err="1">
                <a:solidFill>
                  <a:srgbClr val="24292F"/>
                </a:solidFill>
                <a:effectLst/>
                <a:highlight>
                  <a:srgbClr val="FFFFFF"/>
                </a:highlight>
                <a:latin typeface="Consolas" panose="020B0609020204030204" pitchFamily="49" charset="0"/>
              </a:rPr>
              <a:t>.</a:t>
            </a:r>
            <a:r>
              <a:rPr lang="en-US" b="1" dirty="0" err="1">
                <a:solidFill>
                  <a:srgbClr val="8250DF"/>
                </a:solidFill>
                <a:effectLst/>
                <a:highlight>
                  <a:srgbClr val="FFFFFF"/>
                </a:highlight>
                <a:latin typeface="Consolas" panose="020B0609020204030204" pitchFamily="49" charset="0"/>
              </a:rPr>
              <a:t>figure</a:t>
            </a:r>
            <a:r>
              <a:rPr lang="en-US" b="1" dirty="0">
                <a:solidFill>
                  <a:srgbClr val="24292F"/>
                </a:solidFill>
                <a:effectLst/>
                <a:highlight>
                  <a:srgbClr val="FFFFFF"/>
                </a:highlight>
                <a:latin typeface="Consolas" panose="020B0609020204030204" pitchFamily="49" charset="0"/>
              </a:rPr>
              <a:t>(</a:t>
            </a:r>
            <a:r>
              <a:rPr lang="en-US" b="1" dirty="0" err="1">
                <a:solidFill>
                  <a:srgbClr val="8A4600"/>
                </a:solidFill>
                <a:effectLst/>
                <a:highlight>
                  <a:srgbClr val="FFFFFF"/>
                </a:highlight>
                <a:latin typeface="Consolas" panose="020B0609020204030204" pitchFamily="49" charset="0"/>
              </a:rPr>
              <a:t>figsize</a:t>
            </a:r>
            <a:r>
              <a:rPr lang="en-US" b="1" dirty="0">
                <a:solidFill>
                  <a:srgbClr val="B35900"/>
                </a:solidFill>
                <a:effectLst/>
                <a:highlight>
                  <a:srgbClr val="FFFFFF"/>
                </a:highlight>
                <a:latin typeface="Consolas" panose="020B0609020204030204" pitchFamily="49" charset="0"/>
              </a:rPr>
              <a:t>=</a:t>
            </a:r>
            <a:r>
              <a:rPr lang="en-US" b="1" dirty="0">
                <a:solidFill>
                  <a:srgbClr val="24292F"/>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8</a:t>
            </a:r>
            <a:r>
              <a:rPr lang="en-US" b="1" dirty="0">
                <a:solidFill>
                  <a:srgbClr val="24292F"/>
                </a:solidFill>
                <a:effectLst/>
                <a:highlight>
                  <a:srgbClr val="FFFFFF"/>
                </a:highlight>
                <a:latin typeface="Consolas" panose="020B0609020204030204" pitchFamily="49" charset="0"/>
              </a:rPr>
              <a:t>, </a:t>
            </a:r>
            <a:r>
              <a:rPr lang="en-US" b="1" dirty="0">
                <a:solidFill>
                  <a:srgbClr val="0550AE"/>
                </a:solidFill>
                <a:effectLst/>
                <a:highlight>
                  <a:srgbClr val="FFFFFF"/>
                </a:highlight>
                <a:latin typeface="Consolas" panose="020B0609020204030204" pitchFamily="49" charset="0"/>
              </a:rPr>
              <a:t>6</a:t>
            </a:r>
            <a:r>
              <a:rPr lang="en-US" b="1" dirty="0">
                <a:solidFill>
                  <a:srgbClr val="24292F"/>
                </a:solidFill>
                <a:effectLst/>
                <a:highlight>
                  <a:srgbClr val="FFFFFF"/>
                </a:highlight>
                <a:latin typeface="Consolas" panose="020B0609020204030204" pitchFamily="49" charset="0"/>
              </a:rPr>
              <a:t>))</a:t>
            </a:r>
          </a:p>
          <a:p>
            <a:r>
              <a:rPr lang="en-US" b="1" dirty="0" err="1">
                <a:solidFill>
                  <a:srgbClr val="24292F"/>
                </a:solidFill>
                <a:effectLst/>
                <a:highlight>
                  <a:srgbClr val="FFFFFF"/>
                </a:highlight>
                <a:latin typeface="Consolas" panose="020B0609020204030204" pitchFamily="49" charset="0"/>
              </a:rPr>
              <a:t>gs</a:t>
            </a:r>
            <a:r>
              <a:rPr lang="en-US" b="1" dirty="0">
                <a:solidFill>
                  <a:srgbClr val="24292F"/>
                </a:solidFill>
                <a:effectLst/>
                <a:highlight>
                  <a:srgbClr val="FFFFFF"/>
                </a:highlight>
                <a:latin typeface="Consolas" panose="020B0609020204030204" pitchFamily="49" charset="0"/>
              </a:rPr>
              <a:t> </a:t>
            </a:r>
            <a:r>
              <a:rPr lang="en-US" b="1" dirty="0">
                <a:solidFill>
                  <a:srgbClr val="B35900"/>
                </a:solidFill>
                <a:effectLst/>
                <a:highlight>
                  <a:srgbClr val="FFFFFF"/>
                </a:highlight>
                <a:latin typeface="Consolas" panose="020B0609020204030204" pitchFamily="49" charset="0"/>
              </a:rPr>
              <a:t>=</a:t>
            </a:r>
            <a:r>
              <a:rPr lang="en-US" b="1" dirty="0">
                <a:solidFill>
                  <a:srgbClr val="24292F"/>
                </a:solidFill>
                <a:effectLst/>
                <a:highlight>
                  <a:srgbClr val="FFFFFF"/>
                </a:highlight>
                <a:latin typeface="Consolas" panose="020B0609020204030204" pitchFamily="49" charset="0"/>
              </a:rPr>
              <a:t> </a:t>
            </a:r>
            <a:r>
              <a:rPr lang="en-US" b="1" dirty="0" err="1">
                <a:solidFill>
                  <a:srgbClr val="24292F"/>
                </a:solidFill>
                <a:effectLst/>
                <a:highlight>
                  <a:srgbClr val="FFFFFF"/>
                </a:highlight>
                <a:latin typeface="Consolas" panose="020B0609020204030204" pitchFamily="49" charset="0"/>
              </a:rPr>
              <a:t>fig.</a:t>
            </a:r>
            <a:r>
              <a:rPr lang="en-US" b="1" dirty="0" err="1">
                <a:solidFill>
                  <a:srgbClr val="8250DF"/>
                </a:solidFill>
                <a:effectLst/>
                <a:highlight>
                  <a:srgbClr val="FFFFFF"/>
                </a:highlight>
                <a:latin typeface="Consolas" panose="020B0609020204030204" pitchFamily="49" charset="0"/>
              </a:rPr>
              <a:t>add_gridspec</a:t>
            </a:r>
            <a:r>
              <a:rPr lang="en-US" b="1" dirty="0">
                <a:solidFill>
                  <a:srgbClr val="24292F"/>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3</a:t>
            </a:r>
            <a:r>
              <a:rPr lang="en-US" b="1" dirty="0">
                <a:solidFill>
                  <a:srgbClr val="24292F"/>
                </a:solidFill>
                <a:effectLst/>
                <a:highlight>
                  <a:srgbClr val="FFFFFF"/>
                </a:highlight>
                <a:latin typeface="Consolas" panose="020B0609020204030204" pitchFamily="49" charset="0"/>
              </a:rPr>
              <a:t>, </a:t>
            </a:r>
            <a:r>
              <a:rPr lang="en-US" b="1" dirty="0">
                <a:solidFill>
                  <a:srgbClr val="0550AE"/>
                </a:solidFill>
                <a:effectLst/>
                <a:highlight>
                  <a:srgbClr val="FFFFFF"/>
                </a:highlight>
                <a:latin typeface="Consolas" panose="020B0609020204030204" pitchFamily="49" charset="0"/>
              </a:rPr>
              <a:t>3</a:t>
            </a:r>
            <a:r>
              <a:rPr lang="en-US" b="1" dirty="0">
                <a:solidFill>
                  <a:srgbClr val="24292F"/>
                </a:solidFill>
                <a:effectLst/>
                <a:highlight>
                  <a:srgbClr val="FFFFFF"/>
                </a:highlight>
                <a:latin typeface="Consolas" panose="020B0609020204030204" pitchFamily="49" charset="0"/>
              </a:rPr>
              <a:t>)</a:t>
            </a:r>
          </a:p>
          <a:p>
            <a:r>
              <a:rPr lang="en-US" b="1" dirty="0">
                <a:solidFill>
                  <a:srgbClr val="24292F"/>
                </a:solidFill>
                <a:effectLst/>
                <a:highlight>
                  <a:srgbClr val="FFFFFF"/>
                </a:highlight>
                <a:latin typeface="Consolas" panose="020B0609020204030204" pitchFamily="49" charset="0"/>
              </a:rPr>
              <a:t>ax1 </a:t>
            </a:r>
            <a:r>
              <a:rPr lang="en-US" b="1" dirty="0">
                <a:solidFill>
                  <a:srgbClr val="B35900"/>
                </a:solidFill>
                <a:effectLst/>
                <a:highlight>
                  <a:srgbClr val="FFFFFF"/>
                </a:highlight>
                <a:latin typeface="Consolas" panose="020B0609020204030204" pitchFamily="49" charset="0"/>
              </a:rPr>
              <a:t>=</a:t>
            </a:r>
            <a:r>
              <a:rPr lang="en-US" b="1" dirty="0">
                <a:solidFill>
                  <a:srgbClr val="24292F"/>
                </a:solidFill>
                <a:effectLst/>
                <a:highlight>
                  <a:srgbClr val="FFFFFF"/>
                </a:highlight>
                <a:latin typeface="Consolas" panose="020B0609020204030204" pitchFamily="49" charset="0"/>
              </a:rPr>
              <a:t> </a:t>
            </a:r>
            <a:r>
              <a:rPr lang="en-US" b="1" dirty="0" err="1">
                <a:solidFill>
                  <a:srgbClr val="24292F"/>
                </a:solidFill>
                <a:effectLst/>
                <a:highlight>
                  <a:srgbClr val="FFFFFF"/>
                </a:highlight>
                <a:latin typeface="Consolas" panose="020B0609020204030204" pitchFamily="49" charset="0"/>
              </a:rPr>
              <a:t>fig.</a:t>
            </a:r>
            <a:r>
              <a:rPr lang="en-US" b="1" dirty="0" err="1">
                <a:solidFill>
                  <a:srgbClr val="8250DF"/>
                </a:solidFill>
                <a:effectLst/>
                <a:highlight>
                  <a:srgbClr val="FFFFFF"/>
                </a:highlight>
                <a:latin typeface="Consolas" panose="020B0609020204030204" pitchFamily="49" charset="0"/>
              </a:rPr>
              <a:t>add_subplot</a:t>
            </a:r>
            <a:r>
              <a:rPr lang="en-US" b="1" dirty="0">
                <a:solidFill>
                  <a:srgbClr val="24292F"/>
                </a:solidFill>
                <a:effectLst/>
                <a:highlight>
                  <a:srgbClr val="FFFFFF"/>
                </a:highlight>
                <a:latin typeface="Consolas" panose="020B0609020204030204" pitchFamily="49" charset="0"/>
              </a:rPr>
              <a:t>(</a:t>
            </a:r>
            <a:r>
              <a:rPr lang="en-US" b="1" dirty="0" err="1">
                <a:solidFill>
                  <a:srgbClr val="24292F"/>
                </a:solidFill>
                <a:effectLst/>
                <a:highlight>
                  <a:srgbClr val="FFFFFF"/>
                </a:highlight>
                <a:latin typeface="Consolas" panose="020B0609020204030204" pitchFamily="49" charset="0"/>
              </a:rPr>
              <a:t>gs</a:t>
            </a:r>
            <a:r>
              <a:rPr lang="en-US" b="1" dirty="0">
                <a:solidFill>
                  <a:srgbClr val="24292F"/>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0</a:t>
            </a:r>
            <a:r>
              <a:rPr lang="en-US" b="1" dirty="0">
                <a:solidFill>
                  <a:srgbClr val="24292F"/>
                </a:solidFill>
                <a:effectLst/>
                <a:highlight>
                  <a:srgbClr val="FFFFFF"/>
                </a:highlight>
                <a:latin typeface="Consolas" panose="020B0609020204030204" pitchFamily="49" charset="0"/>
              </a:rPr>
              <a:t>, :])</a:t>
            </a:r>
          </a:p>
          <a:p>
            <a:r>
              <a:rPr lang="en-US" b="1" dirty="0">
                <a:solidFill>
                  <a:srgbClr val="24292F"/>
                </a:solidFill>
                <a:effectLst/>
                <a:highlight>
                  <a:srgbClr val="FFFFFF"/>
                </a:highlight>
                <a:latin typeface="Consolas" panose="020B0609020204030204" pitchFamily="49" charset="0"/>
              </a:rPr>
              <a:t>ax2 </a:t>
            </a:r>
            <a:r>
              <a:rPr lang="en-US" b="1" dirty="0">
                <a:solidFill>
                  <a:srgbClr val="B35900"/>
                </a:solidFill>
                <a:effectLst/>
                <a:highlight>
                  <a:srgbClr val="FFFFFF"/>
                </a:highlight>
                <a:latin typeface="Consolas" panose="020B0609020204030204" pitchFamily="49" charset="0"/>
              </a:rPr>
              <a:t>=</a:t>
            </a:r>
            <a:r>
              <a:rPr lang="en-US" b="1" dirty="0">
                <a:solidFill>
                  <a:srgbClr val="24292F"/>
                </a:solidFill>
                <a:effectLst/>
                <a:highlight>
                  <a:srgbClr val="FFFFFF"/>
                </a:highlight>
                <a:latin typeface="Consolas" panose="020B0609020204030204" pitchFamily="49" charset="0"/>
              </a:rPr>
              <a:t> </a:t>
            </a:r>
            <a:r>
              <a:rPr lang="en-US" b="1" dirty="0" err="1">
                <a:solidFill>
                  <a:srgbClr val="24292F"/>
                </a:solidFill>
                <a:effectLst/>
                <a:highlight>
                  <a:srgbClr val="FFFFFF"/>
                </a:highlight>
                <a:latin typeface="Consolas" panose="020B0609020204030204" pitchFamily="49" charset="0"/>
              </a:rPr>
              <a:t>fig.</a:t>
            </a:r>
            <a:r>
              <a:rPr lang="en-US" b="1" dirty="0" err="1">
                <a:solidFill>
                  <a:srgbClr val="8250DF"/>
                </a:solidFill>
                <a:effectLst/>
                <a:highlight>
                  <a:srgbClr val="FFFFFF"/>
                </a:highlight>
                <a:latin typeface="Consolas" panose="020B0609020204030204" pitchFamily="49" charset="0"/>
              </a:rPr>
              <a:t>add_subplot</a:t>
            </a:r>
            <a:r>
              <a:rPr lang="en-US" b="1" dirty="0">
                <a:solidFill>
                  <a:srgbClr val="24292F"/>
                </a:solidFill>
                <a:effectLst/>
                <a:highlight>
                  <a:srgbClr val="FFFFFF"/>
                </a:highlight>
                <a:latin typeface="Consolas" panose="020B0609020204030204" pitchFamily="49" charset="0"/>
              </a:rPr>
              <a:t>(</a:t>
            </a:r>
            <a:r>
              <a:rPr lang="en-US" b="1" dirty="0" err="1">
                <a:solidFill>
                  <a:srgbClr val="24292F"/>
                </a:solidFill>
                <a:effectLst/>
                <a:highlight>
                  <a:srgbClr val="FFFFFF"/>
                </a:highlight>
                <a:latin typeface="Consolas" panose="020B0609020204030204" pitchFamily="49" charset="0"/>
              </a:rPr>
              <a:t>gs</a:t>
            </a:r>
            <a:r>
              <a:rPr lang="en-US" b="1" dirty="0">
                <a:solidFill>
                  <a:srgbClr val="24292F"/>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1</a:t>
            </a:r>
            <a:r>
              <a:rPr lang="en-US" b="1" dirty="0">
                <a:solidFill>
                  <a:srgbClr val="24292F"/>
                </a:solidFill>
                <a:effectLst/>
                <a:highlight>
                  <a:srgbClr val="FFFFFF"/>
                </a:highlight>
                <a:latin typeface="Consolas" panose="020B0609020204030204" pitchFamily="49" charset="0"/>
              </a:rPr>
              <a:t>, :</a:t>
            </a:r>
            <a:r>
              <a:rPr lang="en-US" b="1" dirty="0">
                <a:solidFill>
                  <a:srgbClr val="B35900"/>
                </a:solidFill>
                <a:effectLst/>
                <a:highlight>
                  <a:srgbClr val="FFFFFF"/>
                </a:highlight>
                <a:latin typeface="Consolas" panose="020B0609020204030204" pitchFamily="49" charset="0"/>
              </a:rPr>
              <a:t>-</a:t>
            </a:r>
            <a:r>
              <a:rPr lang="en-US" b="1" dirty="0">
                <a:solidFill>
                  <a:srgbClr val="0550AE"/>
                </a:solidFill>
                <a:effectLst/>
                <a:highlight>
                  <a:srgbClr val="FFFFFF"/>
                </a:highlight>
                <a:latin typeface="Consolas" panose="020B0609020204030204" pitchFamily="49" charset="0"/>
              </a:rPr>
              <a:t>1</a:t>
            </a:r>
            <a:r>
              <a:rPr lang="en-US" b="1" dirty="0">
                <a:solidFill>
                  <a:srgbClr val="24292F"/>
                </a:solidFill>
                <a:effectLst/>
                <a:highlight>
                  <a:srgbClr val="FFFFFF"/>
                </a:highlight>
                <a:latin typeface="Consolas" panose="020B0609020204030204" pitchFamily="49" charset="0"/>
              </a:rPr>
              <a:t>])</a:t>
            </a:r>
          </a:p>
        </p:txBody>
      </p:sp>
      <p:pic>
        <p:nvPicPr>
          <p:cNvPr id="10" name="Picture 9">
            <a:extLst>
              <a:ext uri="{FF2B5EF4-FFF2-40B4-BE49-F238E27FC236}">
                <a16:creationId xmlns:a16="http://schemas.microsoft.com/office/drawing/2014/main" id="{E13D4912-E6BF-F4EB-DD45-C811852422CD}"/>
              </a:ext>
            </a:extLst>
          </p:cNvPr>
          <p:cNvPicPr>
            <a:picLocks noChangeAspect="1"/>
          </p:cNvPicPr>
          <p:nvPr/>
        </p:nvPicPr>
        <p:blipFill>
          <a:blip r:embed="rId2"/>
          <a:stretch>
            <a:fillRect/>
          </a:stretch>
        </p:blipFill>
        <p:spPr>
          <a:xfrm>
            <a:off x="5082266" y="1479777"/>
            <a:ext cx="6486525" cy="3267075"/>
          </a:xfrm>
          <a:prstGeom prst="rect">
            <a:avLst/>
          </a:prstGeom>
        </p:spPr>
      </p:pic>
    </p:spTree>
    <p:extLst>
      <p:ext uri="{BB962C8B-B14F-4D97-AF65-F5344CB8AC3E}">
        <p14:creationId xmlns:p14="http://schemas.microsoft.com/office/powerpoint/2010/main" val="1395594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Multiple Subplots</a:t>
            </a:r>
            <a:endParaRPr lang="en-US" dirty="0">
              <a:latin typeface="+mn-lt"/>
            </a:endParaRPr>
          </a:p>
        </p:txBody>
      </p:sp>
      <p:sp>
        <p:nvSpPr>
          <p:cNvPr id="4" name="Chỗ dành sẵn cho Văn bản 3">
            <a:extLst>
              <a:ext uri="{FF2B5EF4-FFF2-40B4-BE49-F238E27FC236}">
                <a16:creationId xmlns:a16="http://schemas.microsoft.com/office/drawing/2014/main" id="{EFE970DA-31B3-48D7-84D8-E9CFD5B197FD}"/>
              </a:ext>
            </a:extLst>
          </p:cNvPr>
          <p:cNvSpPr>
            <a:spLocks noGrp="1"/>
          </p:cNvSpPr>
          <p:nvPr>
            <p:ph type="body" idx="10"/>
          </p:nvPr>
        </p:nvSpPr>
        <p:spPr>
          <a:xfrm>
            <a:off x="590551" y="1051988"/>
            <a:ext cx="5505449" cy="544511"/>
          </a:xfrm>
        </p:spPr>
        <p:txBody>
          <a:bodyPr/>
          <a:lstStyle/>
          <a:p>
            <a:r>
              <a:rPr lang="en-GB" dirty="0" err="1"/>
              <a:t>plt.axes</a:t>
            </a:r>
            <a:r>
              <a:rPr lang="en-GB" dirty="0"/>
              <a:t>: Subplots by Hand</a:t>
            </a:r>
            <a:endParaRPr lang="en-US" dirty="0"/>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15</a:t>
            </a:fld>
            <a:endParaRPr lang="en-US"/>
          </a:p>
        </p:txBody>
      </p:sp>
      <p:sp>
        <p:nvSpPr>
          <p:cNvPr id="9" name="Hộp Văn bản 8">
            <a:extLst>
              <a:ext uri="{FF2B5EF4-FFF2-40B4-BE49-F238E27FC236}">
                <a16:creationId xmlns:a16="http://schemas.microsoft.com/office/drawing/2014/main" id="{DEA81C5E-FD69-43AB-A4ED-56797B7CF10A}"/>
              </a:ext>
            </a:extLst>
          </p:cNvPr>
          <p:cNvSpPr txBox="1"/>
          <p:nvPr/>
        </p:nvSpPr>
        <p:spPr>
          <a:xfrm>
            <a:off x="590550" y="1643992"/>
            <a:ext cx="11096625" cy="430887"/>
          </a:xfrm>
          <a:prstGeom prst="rect">
            <a:avLst/>
          </a:prstGeom>
          <a:noFill/>
        </p:spPr>
        <p:txBody>
          <a:bodyPr wrap="square">
            <a:spAutoFit/>
          </a:bodyPr>
          <a:lstStyle/>
          <a:p>
            <a:r>
              <a:rPr lang="en-GB" sz="2200" dirty="0"/>
              <a:t>The most basic method of creating an axes is to use the </a:t>
            </a:r>
            <a:r>
              <a:rPr lang="en-GB" sz="2200" dirty="0" err="1"/>
              <a:t>plt.axes</a:t>
            </a:r>
            <a:r>
              <a:rPr lang="en-GB" sz="2200" dirty="0"/>
              <a:t> function.</a:t>
            </a:r>
            <a:endParaRPr lang="en-US" sz="2200" dirty="0"/>
          </a:p>
        </p:txBody>
      </p:sp>
      <p:pic>
        <p:nvPicPr>
          <p:cNvPr id="13" name="Hình ảnh 12">
            <a:extLst>
              <a:ext uri="{FF2B5EF4-FFF2-40B4-BE49-F238E27FC236}">
                <a16:creationId xmlns:a16="http://schemas.microsoft.com/office/drawing/2014/main" id="{2DFF256A-8D5A-4182-8C25-748F6AC117CA}"/>
              </a:ext>
            </a:extLst>
          </p:cNvPr>
          <p:cNvPicPr>
            <a:picLocks noChangeAspect="1"/>
          </p:cNvPicPr>
          <p:nvPr/>
        </p:nvPicPr>
        <p:blipFill>
          <a:blip r:embed="rId2"/>
          <a:stretch>
            <a:fillRect/>
          </a:stretch>
        </p:blipFill>
        <p:spPr>
          <a:xfrm>
            <a:off x="3660320" y="2301636"/>
            <a:ext cx="4276725" cy="685800"/>
          </a:xfrm>
          <a:prstGeom prst="rect">
            <a:avLst/>
          </a:prstGeom>
        </p:spPr>
      </p:pic>
      <p:pic>
        <p:nvPicPr>
          <p:cNvPr id="15" name="Hình ảnh 14">
            <a:extLst>
              <a:ext uri="{FF2B5EF4-FFF2-40B4-BE49-F238E27FC236}">
                <a16:creationId xmlns:a16="http://schemas.microsoft.com/office/drawing/2014/main" id="{EB4A09A5-6169-4933-A2C9-5319B276009E}"/>
              </a:ext>
            </a:extLst>
          </p:cNvPr>
          <p:cNvPicPr>
            <a:picLocks noChangeAspect="1"/>
          </p:cNvPicPr>
          <p:nvPr/>
        </p:nvPicPr>
        <p:blipFill>
          <a:blip r:embed="rId3"/>
          <a:stretch>
            <a:fillRect/>
          </a:stretch>
        </p:blipFill>
        <p:spPr>
          <a:xfrm>
            <a:off x="3464842" y="2987436"/>
            <a:ext cx="4298058" cy="2833885"/>
          </a:xfrm>
          <a:prstGeom prst="rect">
            <a:avLst/>
          </a:prstGeom>
        </p:spPr>
      </p:pic>
      <p:grpSp>
        <p:nvGrpSpPr>
          <p:cNvPr id="23" name="Nhóm 22">
            <a:extLst>
              <a:ext uri="{FF2B5EF4-FFF2-40B4-BE49-F238E27FC236}">
                <a16:creationId xmlns:a16="http://schemas.microsoft.com/office/drawing/2014/main" id="{EECEA898-3649-4FD5-BC06-928D4533C76F}"/>
              </a:ext>
            </a:extLst>
          </p:cNvPr>
          <p:cNvGrpSpPr/>
          <p:nvPr/>
        </p:nvGrpSpPr>
        <p:grpSpPr>
          <a:xfrm>
            <a:off x="3660320" y="2644536"/>
            <a:ext cx="4276725" cy="1895406"/>
            <a:chOff x="590551" y="3656908"/>
            <a:chExt cx="4276725" cy="1895406"/>
          </a:xfrm>
        </p:grpSpPr>
        <p:sp>
          <p:nvSpPr>
            <p:cNvPr id="17" name="Hộp Văn bản 16">
              <a:extLst>
                <a:ext uri="{FF2B5EF4-FFF2-40B4-BE49-F238E27FC236}">
                  <a16:creationId xmlns:a16="http://schemas.microsoft.com/office/drawing/2014/main" id="{7ACA079D-B182-4CEE-B05E-C5CEB9F671AD}"/>
                </a:ext>
              </a:extLst>
            </p:cNvPr>
            <p:cNvSpPr txBox="1"/>
            <p:nvPr/>
          </p:nvSpPr>
          <p:spPr>
            <a:xfrm>
              <a:off x="590551" y="5182982"/>
              <a:ext cx="4276725" cy="369332"/>
            </a:xfrm>
            <a:prstGeom prst="rect">
              <a:avLst/>
            </a:prstGeom>
            <a:solidFill>
              <a:schemeClr val="bg1"/>
            </a:solidFill>
            <a:ln>
              <a:solidFill>
                <a:schemeClr val="accent1"/>
              </a:solidFill>
            </a:ln>
          </p:spPr>
          <p:txBody>
            <a:bodyPr wrap="square">
              <a:spAutoFit/>
            </a:bodyPr>
            <a:lstStyle/>
            <a:p>
              <a:r>
                <a:rPr lang="en-US" b="0" i="0" dirty="0">
                  <a:solidFill>
                    <a:srgbClr val="000000"/>
                  </a:solidFill>
                  <a:effectLst/>
                  <a:latin typeface="Courier New" panose="02070309020205020404" pitchFamily="49" charset="0"/>
                </a:rPr>
                <a:t>[left, bottom, width, height]</a:t>
              </a:r>
              <a:endParaRPr lang="en-US" dirty="0"/>
            </a:p>
          </p:txBody>
        </p:sp>
        <p:sp>
          <p:nvSpPr>
            <p:cNvPr id="18" name="Hình chữ nhật: Góc Tròn 17">
              <a:extLst>
                <a:ext uri="{FF2B5EF4-FFF2-40B4-BE49-F238E27FC236}">
                  <a16:creationId xmlns:a16="http://schemas.microsoft.com/office/drawing/2014/main" id="{26832A52-7E5C-4DE8-AD2C-B02339E1F4CD}"/>
                </a:ext>
              </a:extLst>
            </p:cNvPr>
            <p:cNvSpPr/>
            <p:nvPr/>
          </p:nvSpPr>
          <p:spPr>
            <a:xfrm>
              <a:off x="2352782" y="3656908"/>
              <a:ext cx="2340349" cy="206175"/>
            </a:xfrm>
            <a:prstGeom prst="roundRect">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Đường kết nối: Cong 21">
              <a:extLst>
                <a:ext uri="{FF2B5EF4-FFF2-40B4-BE49-F238E27FC236}">
                  <a16:creationId xmlns:a16="http://schemas.microsoft.com/office/drawing/2014/main" id="{9FABEAEB-CAED-46BF-9755-195C1FBC728A}"/>
                </a:ext>
              </a:extLst>
            </p:cNvPr>
            <p:cNvCxnSpPr>
              <a:stCxn id="18" idx="2"/>
              <a:endCxn id="17" idx="0"/>
            </p:cNvCxnSpPr>
            <p:nvPr/>
          </p:nvCxnSpPr>
          <p:spPr>
            <a:xfrm rot="5400000">
              <a:off x="2465987" y="4126011"/>
              <a:ext cx="1319899" cy="794043"/>
            </a:xfrm>
            <a:prstGeom prst="curvedConnector3">
              <a:avLst/>
            </a:prstGeom>
            <a:ln w="28575">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93878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inVertic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arn(inVertical)">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barn(inVertical)">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Multiple Subplots</a:t>
            </a:r>
            <a:endParaRPr lang="en-US" dirty="0">
              <a:latin typeface="+mn-lt"/>
            </a:endParaRPr>
          </a:p>
        </p:txBody>
      </p:sp>
      <p:sp>
        <p:nvSpPr>
          <p:cNvPr id="4" name="Chỗ dành sẵn cho Văn bản 3">
            <a:extLst>
              <a:ext uri="{FF2B5EF4-FFF2-40B4-BE49-F238E27FC236}">
                <a16:creationId xmlns:a16="http://schemas.microsoft.com/office/drawing/2014/main" id="{EFE970DA-31B3-48D7-84D8-E9CFD5B197FD}"/>
              </a:ext>
            </a:extLst>
          </p:cNvPr>
          <p:cNvSpPr>
            <a:spLocks noGrp="1"/>
          </p:cNvSpPr>
          <p:nvPr>
            <p:ph type="body" idx="10"/>
          </p:nvPr>
        </p:nvSpPr>
        <p:spPr>
          <a:xfrm>
            <a:off x="623209" y="1030215"/>
            <a:ext cx="11063966" cy="544511"/>
          </a:xfrm>
        </p:spPr>
        <p:txBody>
          <a:bodyPr/>
          <a:lstStyle/>
          <a:p>
            <a:r>
              <a:rPr lang="en-US" dirty="0"/>
              <a:t>Comparison and Choice</a:t>
            </a:r>
            <a:endParaRPr lang="en-US" sz="2400" b="0" dirty="0"/>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16</a:t>
            </a:fld>
            <a:endParaRPr lang="en-US"/>
          </a:p>
        </p:txBody>
      </p:sp>
      <p:sp>
        <p:nvSpPr>
          <p:cNvPr id="2" name="Rectangle 1">
            <a:extLst>
              <a:ext uri="{FF2B5EF4-FFF2-40B4-BE49-F238E27FC236}">
                <a16:creationId xmlns:a16="http://schemas.microsoft.com/office/drawing/2014/main" id="{2424BFE4-152A-D6F9-01AE-C0118D698D7E}"/>
              </a:ext>
            </a:extLst>
          </p:cNvPr>
          <p:cNvSpPr>
            <a:spLocks noChangeArrowheads="1"/>
          </p:cNvSpPr>
          <p:nvPr/>
        </p:nvSpPr>
        <p:spPr bwMode="auto">
          <a:xfrm>
            <a:off x="661987" y="1855121"/>
            <a:ext cx="10868025" cy="34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marR="0" lvl="1"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800" b="1" i="0" u="none" strike="noStrike" cap="none" normalizeH="0" baseline="0" dirty="0" err="1">
                <a:ln>
                  <a:noFill/>
                </a:ln>
                <a:solidFill>
                  <a:schemeClr val="tx1"/>
                </a:solidFill>
                <a:effectLst/>
                <a:latin typeface="Arial Unicode MS"/>
              </a:rPr>
              <a:t>plt.subplots</a:t>
            </a:r>
            <a:r>
              <a:rPr kumimoji="0" lang="en-US" altLang="en-US" sz="2800" b="1" i="0" u="none" strike="noStrike" cap="none" normalizeH="0" baseline="0" dirty="0">
                <a:ln>
                  <a:noFill/>
                </a:ln>
                <a:solidFill>
                  <a:schemeClr val="tx1"/>
                </a:solidFill>
                <a:effectLst/>
              </a:rPr>
              <a:t>:</a:t>
            </a:r>
            <a:r>
              <a:rPr kumimoji="0" lang="en-US" altLang="en-US" sz="2800" b="0" i="0" u="none" strike="noStrike" cap="none" normalizeH="0" baseline="0" dirty="0">
                <a:ln>
                  <a:noFill/>
                </a:ln>
                <a:solidFill>
                  <a:schemeClr val="tx1"/>
                </a:solidFill>
                <a:effectLst/>
                <a:latin typeface="Arial" panose="020B0604020202020204" pitchFamily="34" charset="0"/>
              </a:rPr>
              <a:t> Simple, easy to use for basic layouts.</a:t>
            </a:r>
          </a:p>
          <a:p>
            <a:pPr marL="914400" marR="0" lvl="1"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800" b="1" i="0" u="none" strike="noStrike" cap="none" normalizeH="0" baseline="0" dirty="0" err="1">
                <a:ln>
                  <a:noFill/>
                </a:ln>
                <a:solidFill>
                  <a:schemeClr val="tx1"/>
                </a:solidFill>
                <a:effectLst/>
                <a:latin typeface="Arial Unicode MS"/>
              </a:rPr>
              <a:t>plt.subplot_mosaic</a:t>
            </a:r>
            <a:r>
              <a:rPr kumimoji="0" lang="en-US" altLang="en-US" sz="2800" b="1" i="0" u="none" strike="noStrike" cap="none" normalizeH="0" baseline="0" dirty="0">
                <a:ln>
                  <a:noFill/>
                </a:ln>
                <a:solidFill>
                  <a:schemeClr val="tx1"/>
                </a:solidFill>
                <a:effectLst/>
              </a:rPr>
              <a:t>:</a:t>
            </a:r>
            <a:r>
              <a:rPr kumimoji="0" lang="en-US" altLang="en-US" sz="2800" b="0" i="0" u="none" strike="noStrike" cap="none" normalizeH="0" baseline="0" dirty="0">
                <a:ln>
                  <a:noFill/>
                </a:ln>
                <a:solidFill>
                  <a:schemeClr val="tx1"/>
                </a:solidFill>
                <a:effectLst/>
                <a:latin typeface="Arial" panose="020B0604020202020204" pitchFamily="34" charset="0"/>
              </a:rPr>
              <a:t> Flexible with labels, suitable for complex layouts.</a:t>
            </a:r>
          </a:p>
          <a:p>
            <a:pPr marL="914400" marR="0" lvl="1" indent="-4572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800" b="1" i="0" u="none" strike="noStrike" cap="none" normalizeH="0" baseline="0" dirty="0" err="1">
                <a:ln>
                  <a:noFill/>
                </a:ln>
                <a:solidFill>
                  <a:schemeClr val="tx1"/>
                </a:solidFill>
                <a:effectLst/>
                <a:latin typeface="Arial Unicode MS"/>
              </a:rPr>
              <a:t>plt.add_gridspec</a:t>
            </a:r>
            <a:r>
              <a:rPr kumimoji="0" lang="en-US" altLang="en-US" sz="2800" b="1" i="0" u="none" strike="noStrike" cap="none" normalizeH="0" baseline="0" dirty="0">
                <a:ln>
                  <a:noFill/>
                </a:ln>
                <a:solidFill>
                  <a:schemeClr val="tx1"/>
                </a:solidFill>
                <a:effectLst/>
              </a:rPr>
              <a:t>:</a:t>
            </a:r>
            <a:r>
              <a:rPr kumimoji="0" lang="en-US" altLang="en-US" sz="2800" b="0" i="0" u="none" strike="noStrike" cap="none" normalizeH="0" baseline="0" dirty="0">
                <a:ln>
                  <a:noFill/>
                </a:ln>
                <a:solidFill>
                  <a:schemeClr val="tx1"/>
                </a:solidFill>
                <a:effectLst/>
                <a:latin typeface="Arial" panose="020B0604020202020204" pitchFamily="34" charset="0"/>
              </a:rPr>
              <a:t> Detailed control and high customization.</a:t>
            </a:r>
          </a:p>
        </p:txBody>
      </p:sp>
    </p:spTree>
    <p:extLst>
      <p:ext uri="{BB962C8B-B14F-4D97-AF65-F5344CB8AC3E}">
        <p14:creationId xmlns:p14="http://schemas.microsoft.com/office/powerpoint/2010/main" val="3067430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arn(inVertical)">
                                      <p:cBhvr>
                                        <p:cTn id="12" dur="500"/>
                                        <p:tgtEl>
                                          <p:spTgt spid="2">
                                            <p:txEl>
                                              <p:pRg st="0" end="0"/>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barn(inVertical)">
                                      <p:cBhvr>
                                        <p:cTn id="15" dur="500"/>
                                        <p:tgtEl>
                                          <p:spTgt spid="2">
                                            <p:txEl>
                                              <p:pRg st="1" end="1"/>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2">
                                            <p:txEl>
                                              <p:pRg st="2" end="2"/>
                                            </p:txEl>
                                          </p:spTgt>
                                        </p:tgtEl>
                                        <p:attrNameLst>
                                          <p:attrName>style.visibility</p:attrName>
                                        </p:attrNameLst>
                                      </p:cBhvr>
                                      <p:to>
                                        <p:strVal val="visible"/>
                                      </p:to>
                                    </p:set>
                                    <p:animEffect transition="in" filter="barn(inVertical)">
                                      <p:cBhvr>
                                        <p:cTn id="18"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Practice</a:t>
            </a:r>
            <a:endParaRPr lang="en-US" dirty="0">
              <a:latin typeface="+mn-lt"/>
            </a:endParaRPr>
          </a:p>
        </p:txBody>
      </p:sp>
      <p:sp>
        <p:nvSpPr>
          <p:cNvPr id="4" name="Chỗ dành sẵn cho Văn bản 3">
            <a:extLst>
              <a:ext uri="{FF2B5EF4-FFF2-40B4-BE49-F238E27FC236}">
                <a16:creationId xmlns:a16="http://schemas.microsoft.com/office/drawing/2014/main" id="{EFE970DA-31B3-48D7-84D8-E9CFD5B197FD}"/>
              </a:ext>
            </a:extLst>
          </p:cNvPr>
          <p:cNvSpPr>
            <a:spLocks noGrp="1"/>
          </p:cNvSpPr>
          <p:nvPr>
            <p:ph type="body" idx="10"/>
          </p:nvPr>
        </p:nvSpPr>
        <p:spPr>
          <a:xfrm>
            <a:off x="623209" y="1030215"/>
            <a:ext cx="11063966" cy="544511"/>
          </a:xfrm>
        </p:spPr>
        <p:txBody>
          <a:bodyPr/>
          <a:lstStyle/>
          <a:p>
            <a:r>
              <a:rPr lang="en-US" dirty="0"/>
              <a:t>Create a Plot Using the Titanic Dataset</a:t>
            </a:r>
            <a:endParaRPr lang="en-US" sz="2400" b="0" dirty="0"/>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17</a:t>
            </a:fld>
            <a:endParaRPr lang="en-US"/>
          </a:p>
        </p:txBody>
      </p:sp>
      <p:sp>
        <p:nvSpPr>
          <p:cNvPr id="7" name="TextBox 6">
            <a:extLst>
              <a:ext uri="{FF2B5EF4-FFF2-40B4-BE49-F238E27FC236}">
                <a16:creationId xmlns:a16="http://schemas.microsoft.com/office/drawing/2014/main" id="{5A60E189-A845-4997-C13E-3CA049F62D48}"/>
              </a:ext>
            </a:extLst>
          </p:cNvPr>
          <p:cNvSpPr txBox="1"/>
          <p:nvPr/>
        </p:nvSpPr>
        <p:spPr>
          <a:xfrm>
            <a:off x="904875" y="1942235"/>
            <a:ext cx="10782300" cy="4539191"/>
          </a:xfrm>
          <a:prstGeom prst="rect">
            <a:avLst/>
          </a:prstGeom>
          <a:noFill/>
        </p:spPr>
        <p:txBody>
          <a:bodyPr wrap="square">
            <a:spAutoFit/>
          </a:bodyPr>
          <a:lstStyle/>
          <a:p>
            <a:pPr>
              <a:lnSpc>
                <a:spcPct val="150000"/>
              </a:lnSpc>
            </a:pPr>
            <a:r>
              <a:rPr lang="en-US" sz="2800" dirty="0">
                <a:latin typeface="Times New Roman" panose="02020603050405020304" pitchFamily="18" charset="0"/>
                <a:ea typeface="Times" panose="020B0500000000000000" pitchFamily="34" charset="0"/>
                <a:cs typeface="Times New Roman" panose="02020603050405020304" pitchFamily="18" charset="0"/>
              </a:rPr>
              <a:t>Use the Titanic dataset to create a Figure with 3 Axes:</a:t>
            </a:r>
          </a:p>
          <a:p>
            <a:pPr marL="457200" indent="-457200">
              <a:lnSpc>
                <a:spcPct val="150000"/>
              </a:lnSpc>
              <a:buFont typeface="Arial" panose="020B0604020202020204" pitchFamily="34" charset="0"/>
              <a:buChar char="•"/>
            </a:pPr>
            <a:r>
              <a:rPr lang="en-US" sz="2800" dirty="0">
                <a:latin typeface="Times New Roman" panose="02020603050405020304" pitchFamily="18" charset="0"/>
                <a:ea typeface="Times" panose="020B0500000000000000" pitchFamily="34" charset="0"/>
                <a:cs typeface="Times New Roman" panose="02020603050405020304" pitchFamily="18" charset="0"/>
              </a:rPr>
              <a:t>One Axes displays a bar plot of survival rates by class, occupying the top row.</a:t>
            </a:r>
          </a:p>
          <a:p>
            <a:pPr marL="457200" indent="-457200">
              <a:lnSpc>
                <a:spcPct val="150000"/>
              </a:lnSpc>
              <a:buFont typeface="Arial" panose="020B0604020202020204" pitchFamily="34" charset="0"/>
              <a:buChar char="•"/>
            </a:pPr>
            <a:r>
              <a:rPr lang="en-US" sz="2800" dirty="0">
                <a:latin typeface="Times New Roman" panose="02020603050405020304" pitchFamily="18" charset="0"/>
                <a:ea typeface="Times" panose="020B0500000000000000" pitchFamily="34" charset="0"/>
                <a:cs typeface="Times New Roman" panose="02020603050405020304" pitchFamily="18" charset="0"/>
              </a:rPr>
              <a:t>One Axes displays a box plot of ages by class, occupying two-thirds of the second row.</a:t>
            </a:r>
          </a:p>
          <a:p>
            <a:pPr marL="457200" indent="-457200">
              <a:lnSpc>
                <a:spcPct val="150000"/>
              </a:lnSpc>
              <a:buFont typeface="Arial" panose="020B0604020202020204" pitchFamily="34" charset="0"/>
              <a:buChar char="•"/>
            </a:pPr>
            <a:r>
              <a:rPr lang="en-US" sz="2800" dirty="0">
                <a:latin typeface="Times New Roman" panose="02020603050405020304" pitchFamily="18" charset="0"/>
                <a:ea typeface="Times" panose="020B0500000000000000" pitchFamily="34" charset="0"/>
                <a:cs typeface="Times New Roman" panose="02020603050405020304" pitchFamily="18" charset="0"/>
              </a:rPr>
              <a:t>One small Axes displays a histogram of ages, located at the bottom right corner.</a:t>
            </a:r>
          </a:p>
        </p:txBody>
      </p:sp>
    </p:spTree>
    <p:extLst>
      <p:ext uri="{BB962C8B-B14F-4D97-AF65-F5344CB8AC3E}">
        <p14:creationId xmlns:p14="http://schemas.microsoft.com/office/powerpoint/2010/main" val="1252233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2. Introduction to Seaborn</a:t>
            </a: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18</a:t>
            </a:fld>
            <a:endParaRPr lang="en-US"/>
          </a:p>
        </p:txBody>
      </p:sp>
      <p:sp>
        <p:nvSpPr>
          <p:cNvPr id="9" name="Hộp Văn bản 8">
            <a:extLst>
              <a:ext uri="{FF2B5EF4-FFF2-40B4-BE49-F238E27FC236}">
                <a16:creationId xmlns:a16="http://schemas.microsoft.com/office/drawing/2014/main" id="{1360B4A7-D17A-4E81-871B-7858DA974D9E}"/>
              </a:ext>
            </a:extLst>
          </p:cNvPr>
          <p:cNvSpPr txBox="1"/>
          <p:nvPr/>
        </p:nvSpPr>
        <p:spPr>
          <a:xfrm>
            <a:off x="809090" y="1340462"/>
            <a:ext cx="10868024" cy="1107996"/>
          </a:xfrm>
          <a:prstGeom prst="rect">
            <a:avLst/>
          </a:prstGeom>
          <a:noFill/>
        </p:spPr>
        <p:txBody>
          <a:bodyPr wrap="square">
            <a:spAutoFit/>
          </a:bodyPr>
          <a:lstStyle/>
          <a:p>
            <a:r>
              <a:rPr lang="en-GB" sz="2200" dirty="0"/>
              <a:t>The Python visualization library Seaborn is based on matplotlib and provides a high-level interface for drawing attractive statistical graphics. Make use of the following aliases to import the libraries:</a:t>
            </a:r>
            <a:endParaRPr lang="en-US" sz="2200" dirty="0"/>
          </a:p>
        </p:txBody>
      </p:sp>
      <p:sp>
        <p:nvSpPr>
          <p:cNvPr id="13" name="Hộp Văn bản 12">
            <a:extLst>
              <a:ext uri="{FF2B5EF4-FFF2-40B4-BE49-F238E27FC236}">
                <a16:creationId xmlns:a16="http://schemas.microsoft.com/office/drawing/2014/main" id="{18C0C605-5A65-4184-B37F-BAEC1208017E}"/>
              </a:ext>
            </a:extLst>
          </p:cNvPr>
          <p:cNvSpPr txBox="1"/>
          <p:nvPr/>
        </p:nvSpPr>
        <p:spPr>
          <a:xfrm>
            <a:off x="809090" y="4674546"/>
            <a:ext cx="5286910" cy="2123658"/>
          </a:xfrm>
          <a:prstGeom prst="rect">
            <a:avLst/>
          </a:prstGeom>
          <a:noFill/>
        </p:spPr>
        <p:txBody>
          <a:bodyPr wrap="square">
            <a:spAutoFit/>
          </a:bodyPr>
          <a:lstStyle/>
          <a:p>
            <a:r>
              <a:rPr lang="en-GB" sz="2200" b="1" dirty="0"/>
              <a:t>The basic steps to creating plots with Seaborn are:</a:t>
            </a:r>
          </a:p>
          <a:p>
            <a:pPr marL="342900" indent="-342900">
              <a:buFont typeface="+mj-lt"/>
              <a:buAutoNum type="arabicPeriod"/>
            </a:pPr>
            <a:r>
              <a:rPr lang="en-GB" sz="2200" dirty="0"/>
              <a:t>Prepare some data</a:t>
            </a:r>
          </a:p>
          <a:p>
            <a:pPr marL="342900" indent="-342900">
              <a:buFont typeface="+mj-lt"/>
              <a:buAutoNum type="arabicPeriod"/>
            </a:pPr>
            <a:r>
              <a:rPr lang="en-GB" sz="2200" dirty="0"/>
              <a:t>Control figure aesthetics</a:t>
            </a:r>
          </a:p>
          <a:p>
            <a:pPr marL="342900" indent="-342900">
              <a:buFont typeface="+mj-lt"/>
              <a:buAutoNum type="arabicPeriod"/>
            </a:pPr>
            <a:r>
              <a:rPr lang="en-GB" sz="2200" dirty="0"/>
              <a:t>Plot with Seaborn</a:t>
            </a:r>
          </a:p>
          <a:p>
            <a:pPr marL="342900" indent="-342900">
              <a:buFont typeface="+mj-lt"/>
              <a:buAutoNum type="arabicPeriod"/>
            </a:pPr>
            <a:r>
              <a:rPr lang="en-GB" sz="2200" dirty="0"/>
              <a:t>Further customize your plot</a:t>
            </a:r>
            <a:endParaRPr lang="en-US" sz="2200" dirty="0"/>
          </a:p>
        </p:txBody>
      </p:sp>
      <p:sp>
        <p:nvSpPr>
          <p:cNvPr id="2" name="Rectangle 1">
            <a:extLst>
              <a:ext uri="{FF2B5EF4-FFF2-40B4-BE49-F238E27FC236}">
                <a16:creationId xmlns:a16="http://schemas.microsoft.com/office/drawing/2014/main" id="{711C8524-E471-4457-85EA-2BDB0977A710}"/>
              </a:ext>
            </a:extLst>
          </p:cNvPr>
          <p:cNvSpPr>
            <a:spLocks noChangeArrowheads="1"/>
          </p:cNvSpPr>
          <p:nvPr/>
        </p:nvSpPr>
        <p:spPr bwMode="auto">
          <a:xfrm>
            <a:off x="904875" y="2496480"/>
            <a:ext cx="4558940" cy="19389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8200"/>
                </a:solidFill>
                <a:effectLst/>
                <a:latin typeface="Consolas" panose="020B0609020204030204" pitchFamily="49" charset="0"/>
              </a:rPr>
              <a:t># import three necessary libraries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onsolas" panose="020B0609020204030204" pitchFamily="49" charset="0"/>
              </a:rPr>
              <a:t>import</a:t>
            </a:r>
            <a:r>
              <a:rPr kumimoji="0" lang="en-US" altLang="en-US" b="0" i="0" u="none" strike="noStrike" cap="none" normalizeH="0" baseline="0" dirty="0">
                <a:ln>
                  <a:noFill/>
                </a:ln>
                <a:solidFill>
                  <a:schemeClr val="tx1"/>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seaborn as </a:t>
            </a:r>
            <a:r>
              <a:rPr kumimoji="0" lang="en-US" altLang="en-US" b="0" i="0" u="none" strike="noStrike" cap="none" normalizeH="0" baseline="0" dirty="0" err="1">
                <a:ln>
                  <a:noFill/>
                </a:ln>
                <a:solidFill>
                  <a:srgbClr val="000000"/>
                </a:solidFill>
                <a:effectLst/>
                <a:latin typeface="Consolas" panose="020B0609020204030204" pitchFamily="49" charset="0"/>
              </a:rPr>
              <a:t>sns</a:t>
            </a:r>
            <a:r>
              <a:rPr kumimoji="0" lang="en-US" altLang="en-US" b="0" i="0" u="none" strike="noStrike" cap="none" normalizeH="0" baseline="0" dirty="0">
                <a:ln>
                  <a:noFill/>
                </a:ln>
                <a:solidFill>
                  <a:srgbClr val="000000"/>
                </a:solidFill>
                <a:effectLst/>
                <a:latin typeface="Consolas" panose="020B0609020204030204" pitchFamily="49" charset="0"/>
              </a:rPr>
              <a:t> </a:t>
            </a:r>
          </a:p>
          <a:p>
            <a:r>
              <a:rPr lang="en-US" altLang="en-US" b="1" dirty="0">
                <a:solidFill>
                  <a:srgbClr val="006699"/>
                </a:solidFill>
                <a:latin typeface="Consolas" panose="020B0609020204030204" pitchFamily="49" charset="0"/>
              </a:rPr>
              <a:t>import</a:t>
            </a:r>
            <a:r>
              <a:rPr lang="en-US" altLang="en-US" dirty="0">
                <a:latin typeface="Consolas" panose="020B0609020204030204" pitchFamily="49" charset="0"/>
              </a:rPr>
              <a:t> </a:t>
            </a:r>
            <a:r>
              <a:rPr lang="en-US" altLang="en-US" dirty="0">
                <a:solidFill>
                  <a:srgbClr val="000000"/>
                </a:solidFill>
                <a:latin typeface="Consolas" panose="020B0609020204030204" pitchFamily="49" charset="0"/>
              </a:rPr>
              <a:t>pandas as pd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onsolas" panose="020B0609020204030204" pitchFamily="49" charset="0"/>
              </a:rPr>
              <a:t>import</a:t>
            </a:r>
            <a:r>
              <a:rPr kumimoji="0" lang="en-US" altLang="en-US" b="0" i="0" u="none" strike="noStrike" cap="none" normalizeH="0" baseline="0" dirty="0">
                <a:ln>
                  <a:noFill/>
                </a:ln>
                <a:solidFill>
                  <a:schemeClr val="tx1"/>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matplotlib.pyplot</a:t>
            </a:r>
            <a:r>
              <a:rPr kumimoji="0" lang="en-US" altLang="en-US" b="0" i="0" u="none" strike="noStrike" cap="none" normalizeH="0" baseline="0" dirty="0">
                <a:ln>
                  <a:noFill/>
                </a:ln>
                <a:solidFill>
                  <a:srgbClr val="000000"/>
                </a:solidFill>
                <a:effectLst/>
                <a:latin typeface="Consolas" panose="020B0609020204030204" pitchFamily="49" charset="0"/>
              </a:rPr>
              <a:t> as </a:t>
            </a:r>
            <a:r>
              <a:rPr kumimoji="0" lang="en-US" altLang="en-US" b="0" i="0" u="none" strike="noStrike" cap="none" normalizeH="0" baseline="0" dirty="0" err="1">
                <a:ln>
                  <a:noFill/>
                </a:ln>
                <a:solidFill>
                  <a:srgbClr val="000000"/>
                </a:solidFill>
                <a:effectLst/>
                <a:latin typeface="Consolas" panose="020B0609020204030204" pitchFamily="49" charset="0"/>
              </a:rPr>
              <a:t>plt</a:t>
            </a:r>
            <a:r>
              <a:rPr kumimoji="0" lang="en-US" altLang="en-US" b="0"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8200"/>
                </a:solidFill>
                <a:effectLst/>
                <a:latin typeface="Consolas" panose="020B0609020204030204" pitchFamily="49" charset="0"/>
              </a:rPr>
              <a:t># to ignore the warnings  </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onsolas" panose="020B0609020204030204" pitchFamily="49" charset="0"/>
              </a:rPr>
              <a:t>from</a:t>
            </a:r>
            <a:r>
              <a:rPr kumimoji="0" lang="en-US" altLang="en-US" b="0" i="0" u="none" strike="noStrike" cap="none" normalizeH="0" baseline="0" dirty="0">
                <a:ln>
                  <a:noFill/>
                </a:ln>
                <a:solidFill>
                  <a:schemeClr val="tx1"/>
                </a:solidFill>
                <a:effectLst/>
                <a:latin typeface="Consolas" panose="020B0609020204030204" pitchFamily="49" charset="0"/>
              </a:rPr>
              <a:t> </a:t>
            </a:r>
            <a:r>
              <a:rPr kumimoji="0" lang="en-US" altLang="en-US" b="0" i="0" u="none" strike="noStrike" cap="none" normalizeH="0" baseline="0" dirty="0">
                <a:ln>
                  <a:noFill/>
                </a:ln>
                <a:solidFill>
                  <a:srgbClr val="000000"/>
                </a:solidFill>
                <a:effectLst/>
                <a:latin typeface="Consolas" panose="020B0609020204030204" pitchFamily="49" charset="0"/>
              </a:rPr>
              <a:t>warnings </a:t>
            </a:r>
            <a:r>
              <a:rPr kumimoji="0" lang="en-US" altLang="en-US" b="1" i="0" u="none" strike="noStrike" cap="none" normalizeH="0" baseline="0" dirty="0">
                <a:ln>
                  <a:noFill/>
                </a:ln>
                <a:solidFill>
                  <a:srgbClr val="006699"/>
                </a:solidFill>
                <a:effectLst/>
                <a:latin typeface="Consolas" panose="020B0609020204030204" pitchFamily="49" charset="0"/>
              </a:rPr>
              <a:t>import</a:t>
            </a:r>
            <a:r>
              <a:rPr kumimoji="0" lang="en-US" altLang="en-US" b="0" i="0" u="none" strike="noStrike" cap="none" normalizeH="0" baseline="0" dirty="0">
                <a:ln>
                  <a:noFill/>
                </a:ln>
                <a:solidFill>
                  <a:schemeClr val="tx1"/>
                </a:solidFill>
                <a:effectLst/>
                <a:latin typeface="Consolas" panose="020B0609020204030204" pitchFamily="49" charset="0"/>
              </a:rPr>
              <a:t> </a:t>
            </a:r>
            <a:r>
              <a:rPr kumimoji="0" lang="en-US" altLang="en-US" b="0" i="0" u="none" strike="noStrike" cap="none" normalizeH="0" baseline="0" dirty="0" err="1">
                <a:ln>
                  <a:noFill/>
                </a:ln>
                <a:solidFill>
                  <a:srgbClr val="000000"/>
                </a:solidFill>
                <a:effectLst/>
                <a:latin typeface="Consolas" panose="020B0609020204030204" pitchFamily="49" charset="0"/>
              </a:rPr>
              <a:t>filterwarnings</a:t>
            </a:r>
            <a:r>
              <a:rPr kumimoji="0" lang="en-US" altLang="en-US" b="0" i="0" u="none" strike="noStrike" cap="none" normalizeH="0" baseline="0" dirty="0">
                <a:ln>
                  <a:noFill/>
                </a:ln>
                <a:solidFill>
                  <a:srgbClr val="000000"/>
                </a:solidFill>
                <a:effectLst/>
                <a:latin typeface="Consolas" panose="020B0609020204030204" pitchFamily="49" charset="0"/>
              </a:rPr>
              <a:t> </a:t>
            </a:r>
            <a:endParaRPr kumimoji="0" lang="en-US" altLang="en-US" b="0" i="0" u="none" strike="noStrike" cap="none" normalizeH="0" baseline="0" dirty="0">
              <a:ln>
                <a:noFill/>
              </a:ln>
              <a:solidFill>
                <a:schemeClr val="tx1"/>
              </a:solidFill>
              <a:effectLst/>
            </a:endParaRPr>
          </a:p>
        </p:txBody>
      </p:sp>
      <p:pic>
        <p:nvPicPr>
          <p:cNvPr id="12" name="Hình ảnh 11">
            <a:extLst>
              <a:ext uri="{FF2B5EF4-FFF2-40B4-BE49-F238E27FC236}">
                <a16:creationId xmlns:a16="http://schemas.microsoft.com/office/drawing/2014/main" id="{C98E60F0-369A-4E43-BF1D-A2E253F8B87D}"/>
              </a:ext>
            </a:extLst>
          </p:cNvPr>
          <p:cNvPicPr>
            <a:picLocks noChangeAspect="1"/>
          </p:cNvPicPr>
          <p:nvPr/>
        </p:nvPicPr>
        <p:blipFill rotWithShape="1">
          <a:blip r:embed="rId2"/>
          <a:srcRect t="22897"/>
          <a:stretch/>
        </p:blipFill>
        <p:spPr>
          <a:xfrm>
            <a:off x="5463814" y="2357981"/>
            <a:ext cx="4157795" cy="2637474"/>
          </a:xfrm>
          <a:prstGeom prst="rect">
            <a:avLst/>
          </a:prstGeom>
        </p:spPr>
      </p:pic>
      <p:pic>
        <p:nvPicPr>
          <p:cNvPr id="15" name="Hình ảnh 14">
            <a:extLst>
              <a:ext uri="{FF2B5EF4-FFF2-40B4-BE49-F238E27FC236}">
                <a16:creationId xmlns:a16="http://schemas.microsoft.com/office/drawing/2014/main" id="{A333977D-2F38-42DD-84F2-62739E5DDAA3}"/>
              </a:ext>
            </a:extLst>
          </p:cNvPr>
          <p:cNvPicPr>
            <a:picLocks noChangeAspect="1"/>
          </p:cNvPicPr>
          <p:nvPr/>
        </p:nvPicPr>
        <p:blipFill>
          <a:blip r:embed="rId3"/>
          <a:stretch>
            <a:fillRect/>
          </a:stretch>
        </p:blipFill>
        <p:spPr>
          <a:xfrm>
            <a:off x="7752248" y="3827318"/>
            <a:ext cx="4439752" cy="3030682"/>
          </a:xfrm>
          <a:prstGeom prst="rect">
            <a:avLst/>
          </a:prstGeom>
        </p:spPr>
      </p:pic>
      <p:sp>
        <p:nvSpPr>
          <p:cNvPr id="17" name="Chỗ dành sẵn cho Văn bản 3">
            <a:extLst>
              <a:ext uri="{FF2B5EF4-FFF2-40B4-BE49-F238E27FC236}">
                <a16:creationId xmlns:a16="http://schemas.microsoft.com/office/drawing/2014/main" id="{F9FCABD9-A3F8-4FDB-B543-87A6A2DAC0DA}"/>
              </a:ext>
            </a:extLst>
          </p:cNvPr>
          <p:cNvSpPr txBox="1">
            <a:spLocks/>
          </p:cNvSpPr>
          <p:nvPr/>
        </p:nvSpPr>
        <p:spPr>
          <a:xfrm>
            <a:off x="590551" y="923925"/>
            <a:ext cx="11115673" cy="54451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0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GB" dirty="0"/>
              <a:t>Seaborn Versus Matplotlib</a:t>
            </a:r>
            <a:endParaRPr lang="en-US" dirty="0"/>
          </a:p>
        </p:txBody>
      </p:sp>
    </p:spTree>
    <p:extLst>
      <p:ext uri="{BB962C8B-B14F-4D97-AF65-F5344CB8AC3E}">
        <p14:creationId xmlns:p14="http://schemas.microsoft.com/office/powerpoint/2010/main" val="46550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inVertic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inVertic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arn(inVertical)">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Distribution: Hist, KDE</a:t>
            </a: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19</a:t>
            </a:fld>
            <a:endParaRPr lang="en-US"/>
          </a:p>
        </p:txBody>
      </p:sp>
      <p:pic>
        <p:nvPicPr>
          <p:cNvPr id="11" name="Hình ảnh 10">
            <a:extLst>
              <a:ext uri="{FF2B5EF4-FFF2-40B4-BE49-F238E27FC236}">
                <a16:creationId xmlns:a16="http://schemas.microsoft.com/office/drawing/2014/main" id="{00C6B0FA-6B88-4A61-9502-B49CAD6E029D}"/>
              </a:ext>
            </a:extLst>
          </p:cNvPr>
          <p:cNvPicPr>
            <a:picLocks noChangeAspect="1"/>
          </p:cNvPicPr>
          <p:nvPr/>
        </p:nvPicPr>
        <p:blipFill>
          <a:blip r:embed="rId2"/>
          <a:stretch>
            <a:fillRect/>
          </a:stretch>
        </p:blipFill>
        <p:spPr>
          <a:xfrm>
            <a:off x="771525" y="880658"/>
            <a:ext cx="10182225" cy="3371850"/>
          </a:xfrm>
          <a:prstGeom prst="rect">
            <a:avLst/>
          </a:prstGeom>
        </p:spPr>
      </p:pic>
      <p:pic>
        <p:nvPicPr>
          <p:cNvPr id="18" name="Hình ảnh 17">
            <a:extLst>
              <a:ext uri="{FF2B5EF4-FFF2-40B4-BE49-F238E27FC236}">
                <a16:creationId xmlns:a16="http://schemas.microsoft.com/office/drawing/2014/main" id="{43EA8515-3F7F-4EEF-8CC4-9517C9B80C21}"/>
              </a:ext>
            </a:extLst>
          </p:cNvPr>
          <p:cNvPicPr>
            <a:picLocks noChangeAspect="1"/>
          </p:cNvPicPr>
          <p:nvPr/>
        </p:nvPicPr>
        <p:blipFill rotWithShape="1">
          <a:blip r:embed="rId3"/>
          <a:srcRect l="3774" b="19605"/>
          <a:stretch/>
        </p:blipFill>
        <p:spPr>
          <a:xfrm>
            <a:off x="904875" y="4324336"/>
            <a:ext cx="3400425" cy="390539"/>
          </a:xfrm>
          <a:prstGeom prst="rect">
            <a:avLst/>
          </a:prstGeom>
        </p:spPr>
      </p:pic>
      <p:pic>
        <p:nvPicPr>
          <p:cNvPr id="21" name="Hình ảnh 20">
            <a:extLst>
              <a:ext uri="{FF2B5EF4-FFF2-40B4-BE49-F238E27FC236}">
                <a16:creationId xmlns:a16="http://schemas.microsoft.com/office/drawing/2014/main" id="{57699544-8591-478F-AA66-2D9D9E3A0CFB}"/>
              </a:ext>
            </a:extLst>
          </p:cNvPr>
          <p:cNvPicPr>
            <a:picLocks noChangeAspect="1"/>
          </p:cNvPicPr>
          <p:nvPr/>
        </p:nvPicPr>
        <p:blipFill>
          <a:blip r:embed="rId4"/>
          <a:stretch>
            <a:fillRect/>
          </a:stretch>
        </p:blipFill>
        <p:spPr>
          <a:xfrm>
            <a:off x="904875" y="4714875"/>
            <a:ext cx="3052762" cy="1963450"/>
          </a:xfrm>
          <a:prstGeom prst="rect">
            <a:avLst/>
          </a:prstGeom>
        </p:spPr>
      </p:pic>
      <p:pic>
        <p:nvPicPr>
          <p:cNvPr id="25" name="Hình ảnh 24">
            <a:extLst>
              <a:ext uri="{FF2B5EF4-FFF2-40B4-BE49-F238E27FC236}">
                <a16:creationId xmlns:a16="http://schemas.microsoft.com/office/drawing/2014/main" id="{FC689739-50C0-4C6B-A8A2-B61A9EFAE076}"/>
              </a:ext>
            </a:extLst>
          </p:cNvPr>
          <p:cNvPicPr>
            <a:picLocks noChangeAspect="1"/>
          </p:cNvPicPr>
          <p:nvPr/>
        </p:nvPicPr>
        <p:blipFill>
          <a:blip r:embed="rId5"/>
          <a:stretch>
            <a:fillRect/>
          </a:stretch>
        </p:blipFill>
        <p:spPr>
          <a:xfrm>
            <a:off x="4190999" y="4786703"/>
            <a:ext cx="3248026" cy="2060525"/>
          </a:xfrm>
          <a:prstGeom prst="rect">
            <a:avLst/>
          </a:prstGeom>
        </p:spPr>
      </p:pic>
      <p:sp>
        <p:nvSpPr>
          <p:cNvPr id="27" name="Hộp Văn bản 26">
            <a:extLst>
              <a:ext uri="{FF2B5EF4-FFF2-40B4-BE49-F238E27FC236}">
                <a16:creationId xmlns:a16="http://schemas.microsoft.com/office/drawing/2014/main" id="{CF5FE505-B09D-4100-A955-39D30B9E8500}"/>
              </a:ext>
            </a:extLst>
          </p:cNvPr>
          <p:cNvSpPr txBox="1"/>
          <p:nvPr/>
        </p:nvSpPr>
        <p:spPr>
          <a:xfrm>
            <a:off x="4443413" y="4299025"/>
            <a:ext cx="3522236" cy="369332"/>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sns.kdeplot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pokemon_df.Attack</a:t>
            </a:r>
            <a:r>
              <a:rPr lang="en-US" dirty="0">
                <a:latin typeface="Times New Roman" panose="02020603050405020304" pitchFamily="18" charset="0"/>
                <a:cs typeface="Times New Roman" panose="02020603050405020304" pitchFamily="18" charset="0"/>
              </a:rPr>
              <a:t>);</a:t>
            </a:r>
          </a:p>
        </p:txBody>
      </p:sp>
      <p:pic>
        <p:nvPicPr>
          <p:cNvPr id="29" name="Hình ảnh 28">
            <a:extLst>
              <a:ext uri="{FF2B5EF4-FFF2-40B4-BE49-F238E27FC236}">
                <a16:creationId xmlns:a16="http://schemas.microsoft.com/office/drawing/2014/main" id="{CD241D15-6050-46F7-85E7-8B405802563E}"/>
              </a:ext>
            </a:extLst>
          </p:cNvPr>
          <p:cNvPicPr>
            <a:picLocks noChangeAspect="1"/>
          </p:cNvPicPr>
          <p:nvPr/>
        </p:nvPicPr>
        <p:blipFill>
          <a:blip r:embed="rId6"/>
          <a:stretch>
            <a:fillRect/>
          </a:stretch>
        </p:blipFill>
        <p:spPr>
          <a:xfrm>
            <a:off x="7781925" y="4319580"/>
            <a:ext cx="4410075" cy="400050"/>
          </a:xfrm>
          <a:prstGeom prst="rect">
            <a:avLst/>
          </a:prstGeom>
        </p:spPr>
      </p:pic>
      <p:pic>
        <p:nvPicPr>
          <p:cNvPr id="31" name="Hình ảnh 30">
            <a:extLst>
              <a:ext uri="{FF2B5EF4-FFF2-40B4-BE49-F238E27FC236}">
                <a16:creationId xmlns:a16="http://schemas.microsoft.com/office/drawing/2014/main" id="{01A2A597-1EC3-4F5F-8939-B731EB07A8B8}"/>
              </a:ext>
            </a:extLst>
          </p:cNvPr>
          <p:cNvPicPr>
            <a:picLocks noChangeAspect="1"/>
          </p:cNvPicPr>
          <p:nvPr/>
        </p:nvPicPr>
        <p:blipFill>
          <a:blip r:embed="rId7"/>
          <a:stretch>
            <a:fillRect/>
          </a:stretch>
        </p:blipFill>
        <p:spPr>
          <a:xfrm>
            <a:off x="7781924" y="4660950"/>
            <a:ext cx="3434851" cy="2186277"/>
          </a:xfrm>
          <a:prstGeom prst="rect">
            <a:avLst/>
          </a:prstGeom>
        </p:spPr>
      </p:pic>
    </p:spTree>
    <p:extLst>
      <p:ext uri="{BB962C8B-B14F-4D97-AF65-F5344CB8AC3E}">
        <p14:creationId xmlns:p14="http://schemas.microsoft.com/office/powerpoint/2010/main" val="3676056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Join Plot</a:t>
            </a: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20</a:t>
            </a:fld>
            <a:endParaRPr lang="en-US"/>
          </a:p>
        </p:txBody>
      </p:sp>
      <p:pic>
        <p:nvPicPr>
          <p:cNvPr id="4" name="Hình ảnh 3">
            <a:extLst>
              <a:ext uri="{FF2B5EF4-FFF2-40B4-BE49-F238E27FC236}">
                <a16:creationId xmlns:a16="http://schemas.microsoft.com/office/drawing/2014/main" id="{2E49C5A5-0FC7-44C3-865A-3C7E3A780990}"/>
              </a:ext>
            </a:extLst>
          </p:cNvPr>
          <p:cNvPicPr>
            <a:picLocks noChangeAspect="1"/>
          </p:cNvPicPr>
          <p:nvPr/>
        </p:nvPicPr>
        <p:blipFill>
          <a:blip r:embed="rId2"/>
          <a:stretch>
            <a:fillRect/>
          </a:stretch>
        </p:blipFill>
        <p:spPr>
          <a:xfrm>
            <a:off x="863295" y="1009649"/>
            <a:ext cx="5232705" cy="5015681"/>
          </a:xfrm>
          <a:prstGeom prst="rect">
            <a:avLst/>
          </a:prstGeom>
        </p:spPr>
      </p:pic>
      <p:pic>
        <p:nvPicPr>
          <p:cNvPr id="7" name="Hình ảnh 6">
            <a:extLst>
              <a:ext uri="{FF2B5EF4-FFF2-40B4-BE49-F238E27FC236}">
                <a16:creationId xmlns:a16="http://schemas.microsoft.com/office/drawing/2014/main" id="{87450B98-7B1E-4237-95D9-42EC810EB49F}"/>
              </a:ext>
            </a:extLst>
          </p:cNvPr>
          <p:cNvPicPr>
            <a:picLocks noChangeAspect="1"/>
          </p:cNvPicPr>
          <p:nvPr/>
        </p:nvPicPr>
        <p:blipFill>
          <a:blip r:embed="rId3"/>
          <a:stretch>
            <a:fillRect/>
          </a:stretch>
        </p:blipFill>
        <p:spPr>
          <a:xfrm>
            <a:off x="6458285" y="1009649"/>
            <a:ext cx="5733715" cy="4543425"/>
          </a:xfrm>
          <a:prstGeom prst="rect">
            <a:avLst/>
          </a:prstGeom>
        </p:spPr>
      </p:pic>
    </p:spTree>
    <p:extLst>
      <p:ext uri="{BB962C8B-B14F-4D97-AF65-F5344CB8AC3E}">
        <p14:creationId xmlns:p14="http://schemas.microsoft.com/office/powerpoint/2010/main" val="148865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Pair plots</a:t>
            </a: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21</a:t>
            </a:fld>
            <a:endParaRPr lang="en-US"/>
          </a:p>
        </p:txBody>
      </p:sp>
      <p:sp>
        <p:nvSpPr>
          <p:cNvPr id="9" name="Hộp Văn bản 8">
            <a:extLst>
              <a:ext uri="{FF2B5EF4-FFF2-40B4-BE49-F238E27FC236}">
                <a16:creationId xmlns:a16="http://schemas.microsoft.com/office/drawing/2014/main" id="{ED1E233A-2E27-45CA-A8F4-D7E78C44BBD3}"/>
              </a:ext>
            </a:extLst>
          </p:cNvPr>
          <p:cNvSpPr txBox="1"/>
          <p:nvPr/>
        </p:nvSpPr>
        <p:spPr>
          <a:xfrm>
            <a:off x="719191" y="977451"/>
            <a:ext cx="4530903" cy="2462213"/>
          </a:xfrm>
          <a:prstGeom prst="rect">
            <a:avLst/>
          </a:prstGeom>
          <a:noFill/>
        </p:spPr>
        <p:txBody>
          <a:bodyPr wrap="square">
            <a:spAutoFit/>
          </a:bodyPr>
          <a:lstStyle/>
          <a:p>
            <a:r>
              <a:rPr lang="en-GB" sz="2200" dirty="0"/>
              <a:t>When you generalize joint plots to datasets of larger dimensions, you end up with pair plots. This is very useful for exploring correlations between multidimensional data, when you'd like to plot all pairs of values against each other.</a:t>
            </a:r>
            <a:endParaRPr lang="en-US" sz="2200" dirty="0"/>
          </a:p>
        </p:txBody>
      </p:sp>
      <p:pic>
        <p:nvPicPr>
          <p:cNvPr id="4" name="Hình ảnh 3">
            <a:extLst>
              <a:ext uri="{FF2B5EF4-FFF2-40B4-BE49-F238E27FC236}">
                <a16:creationId xmlns:a16="http://schemas.microsoft.com/office/drawing/2014/main" id="{F3302DC2-8C3F-4D9E-932C-6E34EFE48B73}"/>
              </a:ext>
            </a:extLst>
          </p:cNvPr>
          <p:cNvPicPr>
            <a:picLocks noChangeAspect="1"/>
          </p:cNvPicPr>
          <p:nvPr/>
        </p:nvPicPr>
        <p:blipFill>
          <a:blip r:embed="rId2"/>
          <a:stretch>
            <a:fillRect/>
          </a:stretch>
        </p:blipFill>
        <p:spPr>
          <a:xfrm>
            <a:off x="792394" y="3490420"/>
            <a:ext cx="4457700" cy="3248025"/>
          </a:xfrm>
          <a:prstGeom prst="rect">
            <a:avLst/>
          </a:prstGeom>
        </p:spPr>
      </p:pic>
      <p:pic>
        <p:nvPicPr>
          <p:cNvPr id="8" name="Hình ảnh 7">
            <a:extLst>
              <a:ext uri="{FF2B5EF4-FFF2-40B4-BE49-F238E27FC236}">
                <a16:creationId xmlns:a16="http://schemas.microsoft.com/office/drawing/2014/main" id="{EB6FBB67-6F99-4108-BE76-0C5E2D67B2FA}"/>
              </a:ext>
            </a:extLst>
          </p:cNvPr>
          <p:cNvPicPr>
            <a:picLocks noChangeAspect="1"/>
          </p:cNvPicPr>
          <p:nvPr/>
        </p:nvPicPr>
        <p:blipFill>
          <a:blip r:embed="rId3"/>
          <a:stretch>
            <a:fillRect/>
          </a:stretch>
        </p:blipFill>
        <p:spPr>
          <a:xfrm>
            <a:off x="6096000" y="989089"/>
            <a:ext cx="3257550" cy="476250"/>
          </a:xfrm>
          <a:prstGeom prst="rect">
            <a:avLst/>
          </a:prstGeom>
        </p:spPr>
      </p:pic>
      <p:pic>
        <p:nvPicPr>
          <p:cNvPr id="11" name="Hình ảnh 10">
            <a:extLst>
              <a:ext uri="{FF2B5EF4-FFF2-40B4-BE49-F238E27FC236}">
                <a16:creationId xmlns:a16="http://schemas.microsoft.com/office/drawing/2014/main" id="{48F35D8A-D6FC-4AD2-9BF3-BCC1F87B6F71}"/>
              </a:ext>
            </a:extLst>
          </p:cNvPr>
          <p:cNvPicPr>
            <a:picLocks noChangeAspect="1"/>
          </p:cNvPicPr>
          <p:nvPr/>
        </p:nvPicPr>
        <p:blipFill>
          <a:blip r:embed="rId4"/>
          <a:stretch>
            <a:fillRect/>
          </a:stretch>
        </p:blipFill>
        <p:spPr>
          <a:xfrm>
            <a:off x="6010275" y="1613995"/>
            <a:ext cx="5676900" cy="5124450"/>
          </a:xfrm>
          <a:prstGeom prst="rect">
            <a:avLst/>
          </a:prstGeom>
        </p:spPr>
      </p:pic>
    </p:spTree>
    <p:extLst>
      <p:ext uri="{BB962C8B-B14F-4D97-AF65-F5344CB8AC3E}">
        <p14:creationId xmlns:p14="http://schemas.microsoft.com/office/powerpoint/2010/main" val="2004793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Practice</a:t>
            </a: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22</a:t>
            </a:fld>
            <a:endParaRPr lang="en-US"/>
          </a:p>
        </p:txBody>
      </p:sp>
      <p:pic>
        <p:nvPicPr>
          <p:cNvPr id="9" name="Hình ảnh 8">
            <a:extLst>
              <a:ext uri="{FF2B5EF4-FFF2-40B4-BE49-F238E27FC236}">
                <a16:creationId xmlns:a16="http://schemas.microsoft.com/office/drawing/2014/main" id="{E0A1F6AB-D865-4836-844B-09E115D78E96}"/>
              </a:ext>
            </a:extLst>
          </p:cNvPr>
          <p:cNvPicPr>
            <a:picLocks noChangeAspect="1"/>
          </p:cNvPicPr>
          <p:nvPr/>
        </p:nvPicPr>
        <p:blipFill>
          <a:blip r:embed="rId2"/>
          <a:stretch>
            <a:fillRect/>
          </a:stretch>
        </p:blipFill>
        <p:spPr>
          <a:xfrm>
            <a:off x="904875" y="1051068"/>
            <a:ext cx="4343400" cy="666750"/>
          </a:xfrm>
          <a:prstGeom prst="rect">
            <a:avLst/>
          </a:prstGeom>
        </p:spPr>
      </p:pic>
      <p:pic>
        <p:nvPicPr>
          <p:cNvPr id="11" name="Hình ảnh 10">
            <a:extLst>
              <a:ext uri="{FF2B5EF4-FFF2-40B4-BE49-F238E27FC236}">
                <a16:creationId xmlns:a16="http://schemas.microsoft.com/office/drawing/2014/main" id="{481B19DC-7571-4A80-972D-F166F77AB72C}"/>
              </a:ext>
            </a:extLst>
          </p:cNvPr>
          <p:cNvPicPr>
            <a:picLocks noChangeAspect="1"/>
          </p:cNvPicPr>
          <p:nvPr/>
        </p:nvPicPr>
        <p:blipFill>
          <a:blip r:embed="rId3"/>
          <a:stretch>
            <a:fillRect/>
          </a:stretch>
        </p:blipFill>
        <p:spPr>
          <a:xfrm>
            <a:off x="900666" y="1960056"/>
            <a:ext cx="4343400" cy="676275"/>
          </a:xfrm>
          <a:prstGeom prst="rect">
            <a:avLst/>
          </a:prstGeom>
        </p:spPr>
      </p:pic>
      <p:pic>
        <p:nvPicPr>
          <p:cNvPr id="13" name="Hình ảnh 12">
            <a:extLst>
              <a:ext uri="{FF2B5EF4-FFF2-40B4-BE49-F238E27FC236}">
                <a16:creationId xmlns:a16="http://schemas.microsoft.com/office/drawing/2014/main" id="{8191FA27-CD6E-4639-8B65-8E1492176E17}"/>
              </a:ext>
            </a:extLst>
          </p:cNvPr>
          <p:cNvPicPr>
            <a:picLocks noChangeAspect="1"/>
          </p:cNvPicPr>
          <p:nvPr/>
        </p:nvPicPr>
        <p:blipFill>
          <a:blip r:embed="rId4"/>
          <a:stretch>
            <a:fillRect/>
          </a:stretch>
        </p:blipFill>
        <p:spPr>
          <a:xfrm>
            <a:off x="900666" y="2869044"/>
            <a:ext cx="4371975" cy="657225"/>
          </a:xfrm>
          <a:prstGeom prst="rect">
            <a:avLst/>
          </a:prstGeom>
        </p:spPr>
      </p:pic>
      <p:pic>
        <p:nvPicPr>
          <p:cNvPr id="15" name="Hình ảnh 14">
            <a:extLst>
              <a:ext uri="{FF2B5EF4-FFF2-40B4-BE49-F238E27FC236}">
                <a16:creationId xmlns:a16="http://schemas.microsoft.com/office/drawing/2014/main" id="{7CBC83F6-4F46-44AC-AF8A-AF003BF4FC13}"/>
              </a:ext>
            </a:extLst>
          </p:cNvPr>
          <p:cNvPicPr>
            <a:picLocks noChangeAspect="1"/>
          </p:cNvPicPr>
          <p:nvPr/>
        </p:nvPicPr>
        <p:blipFill>
          <a:blip r:embed="rId5"/>
          <a:stretch>
            <a:fillRect/>
          </a:stretch>
        </p:blipFill>
        <p:spPr>
          <a:xfrm>
            <a:off x="6096000" y="1586512"/>
            <a:ext cx="5953125" cy="3276600"/>
          </a:xfrm>
          <a:prstGeom prst="rect">
            <a:avLst/>
          </a:prstGeom>
        </p:spPr>
      </p:pic>
      <p:sp>
        <p:nvSpPr>
          <p:cNvPr id="17" name="Hộp Văn bản 16">
            <a:extLst>
              <a:ext uri="{FF2B5EF4-FFF2-40B4-BE49-F238E27FC236}">
                <a16:creationId xmlns:a16="http://schemas.microsoft.com/office/drawing/2014/main" id="{D9030B83-86CF-4BE7-B1B0-C506F5529E42}"/>
              </a:ext>
            </a:extLst>
          </p:cNvPr>
          <p:cNvSpPr txBox="1"/>
          <p:nvPr/>
        </p:nvSpPr>
        <p:spPr>
          <a:xfrm>
            <a:off x="6096000" y="1006258"/>
            <a:ext cx="5811748" cy="430887"/>
          </a:xfrm>
          <a:prstGeom prst="rect">
            <a:avLst/>
          </a:prstGeom>
          <a:noFill/>
        </p:spPr>
        <p:txBody>
          <a:bodyPr wrap="square">
            <a:spAutoFit/>
          </a:bodyPr>
          <a:lstStyle/>
          <a:p>
            <a:r>
              <a:rPr lang="en-US" sz="2200" b="0" i="0" dirty="0">
                <a:solidFill>
                  <a:srgbClr val="000000"/>
                </a:solidFill>
                <a:effectLst/>
                <a:latin typeface="Helvetica Neue"/>
              </a:rPr>
              <a:t>Iris dataset</a:t>
            </a:r>
            <a:endParaRPr lang="en-US" sz="2200" dirty="0"/>
          </a:p>
        </p:txBody>
      </p:sp>
    </p:spTree>
    <p:extLst>
      <p:ext uri="{BB962C8B-B14F-4D97-AF65-F5344CB8AC3E}">
        <p14:creationId xmlns:p14="http://schemas.microsoft.com/office/powerpoint/2010/main" val="759782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Facet Plots</a:t>
            </a: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23</a:t>
            </a:fld>
            <a:endParaRPr lang="en-US"/>
          </a:p>
        </p:txBody>
      </p:sp>
      <p:sp>
        <p:nvSpPr>
          <p:cNvPr id="6" name="Hộp Văn bản 5">
            <a:extLst>
              <a:ext uri="{FF2B5EF4-FFF2-40B4-BE49-F238E27FC236}">
                <a16:creationId xmlns:a16="http://schemas.microsoft.com/office/drawing/2014/main" id="{56E6041F-F5EE-4B4A-91A4-541E0627F8D1}"/>
              </a:ext>
            </a:extLst>
          </p:cNvPr>
          <p:cNvSpPr txBox="1"/>
          <p:nvPr/>
        </p:nvSpPr>
        <p:spPr>
          <a:xfrm>
            <a:off x="816583" y="900682"/>
            <a:ext cx="7248418" cy="523220"/>
          </a:xfrm>
          <a:prstGeom prst="rect">
            <a:avLst/>
          </a:prstGeom>
          <a:noFill/>
        </p:spPr>
        <p:txBody>
          <a:bodyPr wrap="square">
            <a:spAutoFit/>
          </a:bodyPr>
          <a:lstStyle/>
          <a:p>
            <a:pPr marL="457200" indent="-457200">
              <a:buFont typeface="Arial" panose="020B0604020202020204" pitchFamily="34" charset="0"/>
              <a:buChar char="•"/>
            </a:pPr>
            <a:r>
              <a:rPr lang="en-US" sz="2800" b="1" dirty="0"/>
              <a:t>Faceted histograms</a:t>
            </a:r>
          </a:p>
        </p:txBody>
      </p:sp>
      <p:sp>
        <p:nvSpPr>
          <p:cNvPr id="9" name="Hộp Văn bản 8">
            <a:extLst>
              <a:ext uri="{FF2B5EF4-FFF2-40B4-BE49-F238E27FC236}">
                <a16:creationId xmlns:a16="http://schemas.microsoft.com/office/drawing/2014/main" id="{9899E5E1-DB36-42F3-8652-2B66AD15FBA3}"/>
              </a:ext>
            </a:extLst>
          </p:cNvPr>
          <p:cNvSpPr txBox="1"/>
          <p:nvPr/>
        </p:nvSpPr>
        <p:spPr>
          <a:xfrm>
            <a:off x="789186" y="1515754"/>
            <a:ext cx="3854734" cy="2800767"/>
          </a:xfrm>
          <a:prstGeom prst="rect">
            <a:avLst/>
          </a:prstGeom>
          <a:noFill/>
        </p:spPr>
        <p:txBody>
          <a:bodyPr wrap="square">
            <a:spAutoFit/>
          </a:bodyPr>
          <a:lstStyle/>
          <a:p>
            <a:pPr algn="just"/>
            <a:r>
              <a:rPr lang="en-GB" sz="2200" dirty="0"/>
              <a:t>Sometimes the best way to view data is via histograms of subsets. </a:t>
            </a:r>
            <a:r>
              <a:rPr lang="en-GB" sz="2200" dirty="0" err="1"/>
              <a:t>Seaborn's</a:t>
            </a:r>
            <a:r>
              <a:rPr lang="en-GB" sz="2200" dirty="0"/>
              <a:t> </a:t>
            </a:r>
            <a:r>
              <a:rPr lang="en-GB" sz="2200" dirty="0" err="1"/>
              <a:t>FacetGrid</a:t>
            </a:r>
            <a:r>
              <a:rPr lang="en-GB" sz="2200" dirty="0"/>
              <a:t> makes this extremely simple. We'll take a look at some data that shows the amount that restaurant staff receive in tips based on various indicator data:</a:t>
            </a:r>
            <a:endParaRPr lang="en-US" sz="2200" dirty="0"/>
          </a:p>
        </p:txBody>
      </p:sp>
      <p:pic>
        <p:nvPicPr>
          <p:cNvPr id="15" name="Hình ảnh 14">
            <a:extLst>
              <a:ext uri="{FF2B5EF4-FFF2-40B4-BE49-F238E27FC236}">
                <a16:creationId xmlns:a16="http://schemas.microsoft.com/office/drawing/2014/main" id="{E70EFEB1-4F66-432C-BBD7-0375E913B11A}"/>
              </a:ext>
            </a:extLst>
          </p:cNvPr>
          <p:cNvPicPr>
            <a:picLocks noChangeAspect="1"/>
          </p:cNvPicPr>
          <p:nvPr/>
        </p:nvPicPr>
        <p:blipFill>
          <a:blip r:embed="rId2"/>
          <a:stretch>
            <a:fillRect/>
          </a:stretch>
        </p:blipFill>
        <p:spPr>
          <a:xfrm>
            <a:off x="5250363" y="900682"/>
            <a:ext cx="5629275" cy="695325"/>
          </a:xfrm>
          <a:prstGeom prst="rect">
            <a:avLst/>
          </a:prstGeom>
        </p:spPr>
      </p:pic>
      <p:pic>
        <p:nvPicPr>
          <p:cNvPr id="17" name="Hình ảnh 16">
            <a:extLst>
              <a:ext uri="{FF2B5EF4-FFF2-40B4-BE49-F238E27FC236}">
                <a16:creationId xmlns:a16="http://schemas.microsoft.com/office/drawing/2014/main" id="{2F9FABCE-49B3-42E9-B172-FD58CA43B532}"/>
              </a:ext>
            </a:extLst>
          </p:cNvPr>
          <p:cNvPicPr>
            <a:picLocks noChangeAspect="1"/>
          </p:cNvPicPr>
          <p:nvPr/>
        </p:nvPicPr>
        <p:blipFill>
          <a:blip r:embed="rId3"/>
          <a:stretch>
            <a:fillRect/>
          </a:stretch>
        </p:blipFill>
        <p:spPr>
          <a:xfrm>
            <a:off x="5250363" y="1687859"/>
            <a:ext cx="5030145" cy="4959297"/>
          </a:xfrm>
          <a:prstGeom prst="rect">
            <a:avLst/>
          </a:prstGeom>
        </p:spPr>
      </p:pic>
      <p:pic>
        <p:nvPicPr>
          <p:cNvPr id="4" name="Hình ảnh 3">
            <a:extLst>
              <a:ext uri="{FF2B5EF4-FFF2-40B4-BE49-F238E27FC236}">
                <a16:creationId xmlns:a16="http://schemas.microsoft.com/office/drawing/2014/main" id="{68D1E849-E910-48D6-B51B-08610D9720B0}"/>
              </a:ext>
            </a:extLst>
          </p:cNvPr>
          <p:cNvPicPr>
            <a:picLocks noChangeAspect="1"/>
          </p:cNvPicPr>
          <p:nvPr/>
        </p:nvPicPr>
        <p:blipFill>
          <a:blip r:embed="rId4"/>
          <a:stretch>
            <a:fillRect/>
          </a:stretch>
        </p:blipFill>
        <p:spPr>
          <a:xfrm>
            <a:off x="816583" y="4183184"/>
            <a:ext cx="4034770" cy="2667431"/>
          </a:xfrm>
          <a:prstGeom prst="rect">
            <a:avLst/>
          </a:prstGeom>
        </p:spPr>
      </p:pic>
    </p:spTree>
    <p:extLst>
      <p:ext uri="{BB962C8B-B14F-4D97-AF65-F5344CB8AC3E}">
        <p14:creationId xmlns:p14="http://schemas.microsoft.com/office/powerpoint/2010/main" val="27632726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Factor and Bar plots</a:t>
            </a: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24</a:t>
            </a:fld>
            <a:endParaRPr lang="en-US"/>
          </a:p>
        </p:txBody>
      </p:sp>
      <p:sp>
        <p:nvSpPr>
          <p:cNvPr id="6" name="Hộp Văn bản 5">
            <a:extLst>
              <a:ext uri="{FF2B5EF4-FFF2-40B4-BE49-F238E27FC236}">
                <a16:creationId xmlns:a16="http://schemas.microsoft.com/office/drawing/2014/main" id="{56E6041F-F5EE-4B4A-91A4-541E0627F8D1}"/>
              </a:ext>
            </a:extLst>
          </p:cNvPr>
          <p:cNvSpPr txBox="1"/>
          <p:nvPr/>
        </p:nvSpPr>
        <p:spPr>
          <a:xfrm>
            <a:off x="816583" y="921232"/>
            <a:ext cx="5409556" cy="523220"/>
          </a:xfrm>
          <a:prstGeom prst="rect">
            <a:avLst/>
          </a:prstGeom>
          <a:noFill/>
        </p:spPr>
        <p:txBody>
          <a:bodyPr wrap="square">
            <a:spAutoFit/>
          </a:bodyPr>
          <a:lstStyle/>
          <a:p>
            <a:pPr marL="457200" indent="-457200">
              <a:buFont typeface="Arial" panose="020B0604020202020204" pitchFamily="34" charset="0"/>
              <a:buChar char="•"/>
            </a:pPr>
            <a:r>
              <a:rPr lang="en-US" sz="2800" b="1" dirty="0"/>
              <a:t>Factor plots</a:t>
            </a:r>
          </a:p>
        </p:txBody>
      </p:sp>
      <p:pic>
        <p:nvPicPr>
          <p:cNvPr id="11" name="Hình ảnh 10">
            <a:extLst>
              <a:ext uri="{FF2B5EF4-FFF2-40B4-BE49-F238E27FC236}">
                <a16:creationId xmlns:a16="http://schemas.microsoft.com/office/drawing/2014/main" id="{F8D9D479-DC10-42B5-91DF-71C517D489FD}"/>
              </a:ext>
            </a:extLst>
          </p:cNvPr>
          <p:cNvPicPr>
            <a:picLocks noChangeAspect="1"/>
          </p:cNvPicPr>
          <p:nvPr/>
        </p:nvPicPr>
        <p:blipFill>
          <a:blip r:embed="rId2"/>
          <a:stretch>
            <a:fillRect/>
          </a:stretch>
        </p:blipFill>
        <p:spPr>
          <a:xfrm>
            <a:off x="352425" y="2282652"/>
            <a:ext cx="5132479" cy="4313802"/>
          </a:xfrm>
          <a:prstGeom prst="rect">
            <a:avLst/>
          </a:prstGeom>
        </p:spPr>
      </p:pic>
      <p:pic>
        <p:nvPicPr>
          <p:cNvPr id="13" name="Hình ảnh 12">
            <a:extLst>
              <a:ext uri="{FF2B5EF4-FFF2-40B4-BE49-F238E27FC236}">
                <a16:creationId xmlns:a16="http://schemas.microsoft.com/office/drawing/2014/main" id="{C715FDC5-A4D0-4EE8-9327-DF508587BB2E}"/>
              </a:ext>
            </a:extLst>
          </p:cNvPr>
          <p:cNvPicPr>
            <a:picLocks noChangeAspect="1"/>
          </p:cNvPicPr>
          <p:nvPr/>
        </p:nvPicPr>
        <p:blipFill>
          <a:blip r:embed="rId3"/>
          <a:stretch>
            <a:fillRect/>
          </a:stretch>
        </p:blipFill>
        <p:spPr>
          <a:xfrm>
            <a:off x="352425" y="1444452"/>
            <a:ext cx="5743575" cy="838200"/>
          </a:xfrm>
          <a:prstGeom prst="rect">
            <a:avLst/>
          </a:prstGeom>
        </p:spPr>
      </p:pic>
      <p:sp>
        <p:nvSpPr>
          <p:cNvPr id="14" name="Hộp Văn bản 13">
            <a:extLst>
              <a:ext uri="{FF2B5EF4-FFF2-40B4-BE49-F238E27FC236}">
                <a16:creationId xmlns:a16="http://schemas.microsoft.com/office/drawing/2014/main" id="{0CA97C17-A81B-4ED5-9E84-8ADDC9594011}"/>
              </a:ext>
            </a:extLst>
          </p:cNvPr>
          <p:cNvSpPr txBox="1"/>
          <p:nvPr/>
        </p:nvSpPr>
        <p:spPr>
          <a:xfrm>
            <a:off x="6543034" y="921232"/>
            <a:ext cx="5409556" cy="523220"/>
          </a:xfrm>
          <a:prstGeom prst="rect">
            <a:avLst/>
          </a:prstGeom>
          <a:noFill/>
        </p:spPr>
        <p:txBody>
          <a:bodyPr wrap="square">
            <a:spAutoFit/>
          </a:bodyPr>
          <a:lstStyle/>
          <a:p>
            <a:pPr marL="457200" indent="-457200">
              <a:buFont typeface="Arial" panose="020B0604020202020204" pitchFamily="34" charset="0"/>
              <a:buChar char="•"/>
            </a:pPr>
            <a:r>
              <a:rPr lang="en-US" sz="2800" b="1" dirty="0"/>
              <a:t>Bar plots</a:t>
            </a:r>
          </a:p>
        </p:txBody>
      </p:sp>
      <p:pic>
        <p:nvPicPr>
          <p:cNvPr id="16" name="Hình ảnh 15">
            <a:extLst>
              <a:ext uri="{FF2B5EF4-FFF2-40B4-BE49-F238E27FC236}">
                <a16:creationId xmlns:a16="http://schemas.microsoft.com/office/drawing/2014/main" id="{EB44CD2F-0289-44B1-8F6A-A581AC9B8E17}"/>
              </a:ext>
            </a:extLst>
          </p:cNvPr>
          <p:cNvPicPr>
            <a:picLocks noChangeAspect="1"/>
          </p:cNvPicPr>
          <p:nvPr/>
        </p:nvPicPr>
        <p:blipFill>
          <a:blip r:embed="rId4"/>
          <a:stretch>
            <a:fillRect/>
          </a:stretch>
        </p:blipFill>
        <p:spPr>
          <a:xfrm>
            <a:off x="6226139" y="1408689"/>
            <a:ext cx="5924550" cy="704850"/>
          </a:xfrm>
          <a:prstGeom prst="rect">
            <a:avLst/>
          </a:prstGeom>
        </p:spPr>
      </p:pic>
      <p:pic>
        <p:nvPicPr>
          <p:cNvPr id="18" name="Hình ảnh 17">
            <a:extLst>
              <a:ext uri="{FF2B5EF4-FFF2-40B4-BE49-F238E27FC236}">
                <a16:creationId xmlns:a16="http://schemas.microsoft.com/office/drawing/2014/main" id="{8BB8F462-208E-4684-8ADD-214D4EC69BC6}"/>
              </a:ext>
            </a:extLst>
          </p:cNvPr>
          <p:cNvPicPr>
            <a:picLocks noChangeAspect="1"/>
          </p:cNvPicPr>
          <p:nvPr/>
        </p:nvPicPr>
        <p:blipFill>
          <a:blip r:embed="rId5"/>
          <a:stretch>
            <a:fillRect/>
          </a:stretch>
        </p:blipFill>
        <p:spPr>
          <a:xfrm>
            <a:off x="6228065" y="2307430"/>
            <a:ext cx="5724525" cy="4286250"/>
          </a:xfrm>
          <a:prstGeom prst="rect">
            <a:avLst/>
          </a:prstGeom>
        </p:spPr>
      </p:pic>
    </p:spTree>
    <p:extLst>
      <p:ext uri="{BB962C8B-B14F-4D97-AF65-F5344CB8AC3E}">
        <p14:creationId xmlns:p14="http://schemas.microsoft.com/office/powerpoint/2010/main" val="1862524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arn(inVertical)">
                                      <p:cBhvr>
                                        <p:cTn id="19" dur="500"/>
                                        <p:tgtEl>
                                          <p:spTgt spid="14"/>
                                        </p:tgtEl>
                                      </p:cBhvr>
                                    </p:animEffect>
                                  </p:childTnLst>
                                </p:cTn>
                              </p:par>
                              <p:par>
                                <p:cTn id="20" presetID="16" presetClass="entr" presetSubtype="21"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arn(inVertic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arn(inVertical)">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2A79EAC-0BC8-4DF7-B963-899AA7EF67BA}"/>
              </a:ext>
            </a:extLst>
          </p:cNvPr>
          <p:cNvSpPr>
            <a:spLocks noGrp="1"/>
          </p:cNvSpPr>
          <p:nvPr>
            <p:ph type="title"/>
          </p:nvPr>
        </p:nvSpPr>
        <p:spPr/>
        <p:txBody>
          <a:bodyPr>
            <a:normAutofit fontScale="90000"/>
          </a:bodyPr>
          <a:lstStyle/>
          <a:p>
            <a:r>
              <a:rPr lang="en-GB" dirty="0">
                <a:latin typeface="+mn-lt"/>
              </a:rPr>
              <a:t>Heatmap</a:t>
            </a:r>
          </a:p>
        </p:txBody>
      </p:sp>
      <p:sp>
        <p:nvSpPr>
          <p:cNvPr id="5" name="Chỗ dành sẵn cho Số hiệu Bản chiếu 4">
            <a:extLst>
              <a:ext uri="{FF2B5EF4-FFF2-40B4-BE49-F238E27FC236}">
                <a16:creationId xmlns:a16="http://schemas.microsoft.com/office/drawing/2014/main" id="{0337E840-2193-4D70-8699-27A7C432B04C}"/>
              </a:ext>
            </a:extLst>
          </p:cNvPr>
          <p:cNvSpPr>
            <a:spLocks noGrp="1"/>
          </p:cNvSpPr>
          <p:nvPr>
            <p:ph type="sldNum" sz="quarter" idx="4"/>
          </p:nvPr>
        </p:nvSpPr>
        <p:spPr/>
        <p:txBody>
          <a:bodyPr/>
          <a:lstStyle/>
          <a:p>
            <a:fld id="{4C8DC224-4589-4F63-9A47-BDC85642E9A5}" type="slidenum">
              <a:rPr lang="en-US" smtClean="0"/>
              <a:t>25</a:t>
            </a:fld>
            <a:endParaRPr lang="en-US"/>
          </a:p>
        </p:txBody>
      </p:sp>
      <p:sp>
        <p:nvSpPr>
          <p:cNvPr id="6" name="Hộp Văn bản 5">
            <a:extLst>
              <a:ext uri="{FF2B5EF4-FFF2-40B4-BE49-F238E27FC236}">
                <a16:creationId xmlns:a16="http://schemas.microsoft.com/office/drawing/2014/main" id="{56E6041F-F5EE-4B4A-91A4-541E0627F8D1}"/>
              </a:ext>
            </a:extLst>
          </p:cNvPr>
          <p:cNvSpPr txBox="1"/>
          <p:nvPr/>
        </p:nvSpPr>
        <p:spPr>
          <a:xfrm>
            <a:off x="816583" y="869862"/>
            <a:ext cx="7248418" cy="523220"/>
          </a:xfrm>
          <a:prstGeom prst="rect">
            <a:avLst/>
          </a:prstGeom>
          <a:noFill/>
        </p:spPr>
        <p:txBody>
          <a:bodyPr wrap="square">
            <a:spAutoFit/>
          </a:bodyPr>
          <a:lstStyle/>
          <a:p>
            <a:r>
              <a:rPr lang="en-US" sz="2800" b="1" dirty="0"/>
              <a:t>Heatmap</a:t>
            </a:r>
          </a:p>
        </p:txBody>
      </p:sp>
      <p:pic>
        <p:nvPicPr>
          <p:cNvPr id="9" name="Hình ảnh 8">
            <a:extLst>
              <a:ext uri="{FF2B5EF4-FFF2-40B4-BE49-F238E27FC236}">
                <a16:creationId xmlns:a16="http://schemas.microsoft.com/office/drawing/2014/main" id="{74B3AA55-40ED-47E3-91D5-492A61B14C47}"/>
              </a:ext>
            </a:extLst>
          </p:cNvPr>
          <p:cNvPicPr>
            <a:picLocks noChangeAspect="1"/>
          </p:cNvPicPr>
          <p:nvPr/>
        </p:nvPicPr>
        <p:blipFill>
          <a:blip r:embed="rId2"/>
          <a:stretch>
            <a:fillRect/>
          </a:stretch>
        </p:blipFill>
        <p:spPr>
          <a:xfrm>
            <a:off x="816583" y="1454114"/>
            <a:ext cx="5829300" cy="1447800"/>
          </a:xfrm>
          <a:prstGeom prst="rect">
            <a:avLst/>
          </a:prstGeom>
        </p:spPr>
      </p:pic>
      <p:pic>
        <p:nvPicPr>
          <p:cNvPr id="11" name="Hình ảnh 10">
            <a:extLst>
              <a:ext uri="{FF2B5EF4-FFF2-40B4-BE49-F238E27FC236}">
                <a16:creationId xmlns:a16="http://schemas.microsoft.com/office/drawing/2014/main" id="{6E7F688D-A7A6-4EF5-8137-22D2B15A7091}"/>
              </a:ext>
            </a:extLst>
          </p:cNvPr>
          <p:cNvPicPr>
            <a:picLocks noChangeAspect="1"/>
          </p:cNvPicPr>
          <p:nvPr/>
        </p:nvPicPr>
        <p:blipFill>
          <a:blip r:embed="rId3"/>
          <a:stretch>
            <a:fillRect/>
          </a:stretch>
        </p:blipFill>
        <p:spPr>
          <a:xfrm>
            <a:off x="904875" y="2964943"/>
            <a:ext cx="5295642" cy="1982287"/>
          </a:xfrm>
          <a:prstGeom prst="rect">
            <a:avLst/>
          </a:prstGeom>
        </p:spPr>
      </p:pic>
      <p:pic>
        <p:nvPicPr>
          <p:cNvPr id="13" name="Hình ảnh 12">
            <a:extLst>
              <a:ext uri="{FF2B5EF4-FFF2-40B4-BE49-F238E27FC236}">
                <a16:creationId xmlns:a16="http://schemas.microsoft.com/office/drawing/2014/main" id="{FB01AF88-2549-479E-9578-770B2FF379E3}"/>
              </a:ext>
            </a:extLst>
          </p:cNvPr>
          <p:cNvPicPr>
            <a:picLocks noChangeAspect="1"/>
          </p:cNvPicPr>
          <p:nvPr/>
        </p:nvPicPr>
        <p:blipFill>
          <a:blip r:embed="rId4"/>
          <a:stretch>
            <a:fillRect/>
          </a:stretch>
        </p:blipFill>
        <p:spPr>
          <a:xfrm>
            <a:off x="816583" y="5073738"/>
            <a:ext cx="6038850" cy="914400"/>
          </a:xfrm>
          <a:prstGeom prst="rect">
            <a:avLst/>
          </a:prstGeom>
        </p:spPr>
      </p:pic>
      <p:pic>
        <p:nvPicPr>
          <p:cNvPr id="17" name="Hình ảnh 16">
            <a:extLst>
              <a:ext uri="{FF2B5EF4-FFF2-40B4-BE49-F238E27FC236}">
                <a16:creationId xmlns:a16="http://schemas.microsoft.com/office/drawing/2014/main" id="{268F5B56-2B10-421A-9023-A428425190AF}"/>
              </a:ext>
            </a:extLst>
          </p:cNvPr>
          <p:cNvPicPr>
            <a:picLocks noChangeAspect="1"/>
          </p:cNvPicPr>
          <p:nvPr/>
        </p:nvPicPr>
        <p:blipFill>
          <a:blip r:embed="rId5"/>
          <a:stretch>
            <a:fillRect/>
          </a:stretch>
        </p:blipFill>
        <p:spPr>
          <a:xfrm>
            <a:off x="6338887" y="2764612"/>
            <a:ext cx="5746487" cy="4093388"/>
          </a:xfrm>
          <a:prstGeom prst="rect">
            <a:avLst/>
          </a:prstGeom>
        </p:spPr>
      </p:pic>
    </p:spTree>
    <p:extLst>
      <p:ext uri="{BB962C8B-B14F-4D97-AF65-F5344CB8AC3E}">
        <p14:creationId xmlns:p14="http://schemas.microsoft.com/office/powerpoint/2010/main" val="1135153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6E5D726C-1914-4911-A656-C8157FE58072}"/>
              </a:ext>
            </a:extLst>
          </p:cNvPr>
          <p:cNvSpPr>
            <a:spLocks noGrp="1"/>
          </p:cNvSpPr>
          <p:nvPr>
            <p:ph type="title"/>
          </p:nvPr>
        </p:nvSpPr>
        <p:spPr/>
        <p:txBody>
          <a:bodyPr>
            <a:normAutofit fontScale="90000"/>
          </a:bodyPr>
          <a:lstStyle/>
          <a:p>
            <a:r>
              <a:rPr lang="en-GB" dirty="0">
                <a:latin typeface="+mn-lt"/>
              </a:rPr>
              <a:t>Practice: Visualization Correlation</a:t>
            </a:r>
            <a:endParaRPr lang="en-US" dirty="0">
              <a:latin typeface="+mn-lt"/>
            </a:endParaRPr>
          </a:p>
        </p:txBody>
      </p:sp>
      <p:sp>
        <p:nvSpPr>
          <p:cNvPr id="5" name="Chỗ dành sẵn cho Số hiệu Bản chiếu 4">
            <a:extLst>
              <a:ext uri="{FF2B5EF4-FFF2-40B4-BE49-F238E27FC236}">
                <a16:creationId xmlns:a16="http://schemas.microsoft.com/office/drawing/2014/main" id="{393E2286-9609-4783-8014-AA28C3749D9B}"/>
              </a:ext>
            </a:extLst>
          </p:cNvPr>
          <p:cNvSpPr>
            <a:spLocks noGrp="1"/>
          </p:cNvSpPr>
          <p:nvPr>
            <p:ph type="sldNum" sz="quarter" idx="4"/>
          </p:nvPr>
        </p:nvSpPr>
        <p:spPr/>
        <p:txBody>
          <a:bodyPr/>
          <a:lstStyle/>
          <a:p>
            <a:fld id="{4C8DC224-4589-4F63-9A47-BDC85642E9A5}" type="slidenum">
              <a:rPr lang="en-US" smtClean="0"/>
              <a:t>26</a:t>
            </a:fld>
            <a:endParaRPr lang="en-US"/>
          </a:p>
        </p:txBody>
      </p:sp>
      <p:pic>
        <p:nvPicPr>
          <p:cNvPr id="7" name="Hình ảnh 6">
            <a:extLst>
              <a:ext uri="{FF2B5EF4-FFF2-40B4-BE49-F238E27FC236}">
                <a16:creationId xmlns:a16="http://schemas.microsoft.com/office/drawing/2014/main" id="{F5850173-DD3C-4DA8-9CA4-02DC9A85319C}"/>
              </a:ext>
            </a:extLst>
          </p:cNvPr>
          <p:cNvPicPr>
            <a:picLocks noChangeAspect="1"/>
          </p:cNvPicPr>
          <p:nvPr/>
        </p:nvPicPr>
        <p:blipFill>
          <a:blip r:embed="rId2"/>
          <a:stretch>
            <a:fillRect/>
          </a:stretch>
        </p:blipFill>
        <p:spPr>
          <a:xfrm>
            <a:off x="7712766" y="1018309"/>
            <a:ext cx="4479234" cy="3201575"/>
          </a:xfrm>
          <a:prstGeom prst="rect">
            <a:avLst/>
          </a:prstGeom>
        </p:spPr>
      </p:pic>
      <p:pic>
        <p:nvPicPr>
          <p:cNvPr id="10" name="Hình ảnh 9">
            <a:extLst>
              <a:ext uri="{FF2B5EF4-FFF2-40B4-BE49-F238E27FC236}">
                <a16:creationId xmlns:a16="http://schemas.microsoft.com/office/drawing/2014/main" id="{D49F58B0-90FD-421C-8999-2BD31B101482}"/>
              </a:ext>
            </a:extLst>
          </p:cNvPr>
          <p:cNvPicPr>
            <a:picLocks noChangeAspect="1"/>
          </p:cNvPicPr>
          <p:nvPr/>
        </p:nvPicPr>
        <p:blipFill>
          <a:blip r:embed="rId3"/>
          <a:stretch>
            <a:fillRect/>
          </a:stretch>
        </p:blipFill>
        <p:spPr>
          <a:xfrm>
            <a:off x="904875" y="856693"/>
            <a:ext cx="6506379" cy="4417099"/>
          </a:xfrm>
          <a:prstGeom prst="rect">
            <a:avLst/>
          </a:prstGeom>
        </p:spPr>
      </p:pic>
      <p:pic>
        <p:nvPicPr>
          <p:cNvPr id="12" name="Hình ảnh 11">
            <a:extLst>
              <a:ext uri="{FF2B5EF4-FFF2-40B4-BE49-F238E27FC236}">
                <a16:creationId xmlns:a16="http://schemas.microsoft.com/office/drawing/2014/main" id="{95EEBBFF-B92D-4C7F-828A-8B81A1DB4E30}"/>
              </a:ext>
            </a:extLst>
          </p:cNvPr>
          <p:cNvPicPr>
            <a:picLocks noChangeAspect="1"/>
          </p:cNvPicPr>
          <p:nvPr/>
        </p:nvPicPr>
        <p:blipFill>
          <a:blip r:embed="rId4"/>
          <a:stretch>
            <a:fillRect/>
          </a:stretch>
        </p:blipFill>
        <p:spPr>
          <a:xfrm>
            <a:off x="904875" y="5423188"/>
            <a:ext cx="4438650" cy="666750"/>
          </a:xfrm>
          <a:prstGeom prst="rect">
            <a:avLst/>
          </a:prstGeom>
        </p:spPr>
      </p:pic>
    </p:spTree>
    <p:extLst>
      <p:ext uri="{BB962C8B-B14F-4D97-AF65-F5344CB8AC3E}">
        <p14:creationId xmlns:p14="http://schemas.microsoft.com/office/powerpoint/2010/main" val="476102394"/>
      </p:ext>
    </p:extLst>
  </p:cSld>
  <p:clrMapOvr>
    <a:masterClrMapping/>
  </p:clrMapOvr>
</p:sld>
</file>

<file path=ppt/theme/theme1.xml><?xml version="1.0" encoding="utf-8"?>
<a:theme xmlns:a="http://schemas.openxmlformats.org/drawingml/2006/main" name="1_Getting Started with Jupyter Noteboo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Getting Started with Jupyter Noteboo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2_Classes</Template>
  <TotalTime>10645</TotalTime>
  <Words>822</Words>
  <Application>Microsoft Office PowerPoint</Application>
  <PresentationFormat>Widescreen</PresentationFormat>
  <Paragraphs>129</Paragraphs>
  <Slides>26</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26</vt:i4>
      </vt:variant>
    </vt:vector>
  </HeadingPairs>
  <TitlesOfParts>
    <vt:vector size="38" baseType="lpstr">
      <vt:lpstr>Arial</vt:lpstr>
      <vt:lpstr>Arial Unicode MS</vt:lpstr>
      <vt:lpstr>Calibri</vt:lpstr>
      <vt:lpstr>Calibri (Thân)</vt:lpstr>
      <vt:lpstr>Calibri Light</vt:lpstr>
      <vt:lpstr>Consolas</vt:lpstr>
      <vt:lpstr>Courier New</vt:lpstr>
      <vt:lpstr>Helvetica Neue</vt:lpstr>
      <vt:lpstr>Times New Roman</vt:lpstr>
      <vt:lpstr>Wingdings</vt:lpstr>
      <vt:lpstr>1_Getting Started with Jupyter Notebook</vt:lpstr>
      <vt:lpstr>2_Getting Started with Jupyter Notebook</vt:lpstr>
      <vt:lpstr>Part 3: Visualization with Matplotlib</vt:lpstr>
      <vt:lpstr>Visualization with Matplotlib</vt:lpstr>
      <vt:lpstr>Why data visualization is needed?</vt:lpstr>
      <vt:lpstr>1. Introduction To Matplotlib</vt:lpstr>
      <vt:lpstr>1. Introduction To Matplotlib</vt:lpstr>
      <vt:lpstr>Introduction To Matplotlib</vt:lpstr>
      <vt:lpstr>Parts of a Figure</vt:lpstr>
      <vt:lpstr>Parts of a Figure</vt:lpstr>
      <vt:lpstr>Practice: Data Visualization - California Cities </vt:lpstr>
      <vt:lpstr>Multiple Subplots</vt:lpstr>
      <vt:lpstr>Multiple Subplots</vt:lpstr>
      <vt:lpstr>Multiple Subplots</vt:lpstr>
      <vt:lpstr>Multiple Subplots</vt:lpstr>
      <vt:lpstr>Multiple Subplots</vt:lpstr>
      <vt:lpstr>Multiple Subplots</vt:lpstr>
      <vt:lpstr>Multiple Subplots</vt:lpstr>
      <vt:lpstr>Practice</vt:lpstr>
      <vt:lpstr>2. Introduction to Seaborn</vt:lpstr>
      <vt:lpstr>Distribution: Hist, KDE</vt:lpstr>
      <vt:lpstr>Join Plot</vt:lpstr>
      <vt:lpstr>Pair plots</vt:lpstr>
      <vt:lpstr>Practice</vt:lpstr>
      <vt:lpstr>Facet Plots</vt:lpstr>
      <vt:lpstr>Factor and Bar plots</vt:lpstr>
      <vt:lpstr>Heatmap</vt:lpstr>
      <vt:lpstr>Practice: Visualization Correlation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Functions and classes</dc:title>
  <dc:creator>Nguyen Tuan. Long</dc:creator>
  <cp:lastModifiedBy>Nguyen Tuan. Long</cp:lastModifiedBy>
  <cp:revision>4</cp:revision>
  <dcterms:created xsi:type="dcterms:W3CDTF">2020-10-14T13:58:47Z</dcterms:created>
  <dcterms:modified xsi:type="dcterms:W3CDTF">2025-10-03T13:19:14Z</dcterms:modified>
</cp:coreProperties>
</file>